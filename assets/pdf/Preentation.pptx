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7" r:id="rId5"/>
    <p:sldId id="258" r:id="rId6"/>
    <p:sldId id="268" r:id="rId7"/>
    <p:sldId id="269" r:id="rId8"/>
    <p:sldId id="270" r:id="rId9"/>
    <p:sldId id="271" r:id="rId10"/>
    <p:sldId id="272" r:id="rId11"/>
    <p:sldId id="274" r:id="rId12"/>
    <p:sldId id="275" r:id="rId13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66"/>
    <a:srgbClr val="B2606E"/>
    <a:srgbClr val="FFFFFF"/>
    <a:srgbClr val="2C567A"/>
    <a:srgbClr val="0D1D51"/>
    <a:srgbClr val="007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90" autoAdjust="0"/>
  </p:normalViewPr>
  <p:slideViewPr>
    <p:cSldViewPr snapToGrid="0" showGuides="1">
      <p:cViewPr varScale="1">
        <p:scale>
          <a:sx n="74" d="100"/>
          <a:sy n="74" d="100"/>
        </p:scale>
        <p:origin x="376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3"/>
    </p:cViewPr>
  </p:sorter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48D9148-5FC8-4187-8522-D9515B63BDC8}" type="datetime1">
              <a:rPr lang="fr-FR" smtClean="0"/>
              <a:t>29/12/2025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BE02CB2-C418-4FC3-8803-A9431037D322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25133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9243D-DF0A-4578-859E-5D4519D140CA}" type="datetime1">
              <a:rPr lang="fr-FR" smtClean="0"/>
              <a:pPr/>
              <a:t>29/12/2025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336304E-FDE3-4B4F-A3B7-EBE87F3FA5E2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5530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9795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3169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1398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8078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80404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1156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0594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336304E-FDE3-4B4F-A3B7-EBE87F3FA5E2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7122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0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lid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accent4"/>
                </a:solidFill>
                <a:latin typeface="+mj-lt"/>
              </a:defRPr>
            </a:lvl1pPr>
          </a:lstStyle>
          <a:p>
            <a:pPr rtl="0"/>
            <a:r>
              <a:rPr lang="fr-FR" noProof="0" dirty="0"/>
              <a:t>Le titre vient ici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  <a:endParaRPr lang="fr-FR" noProof="0" dirty="0"/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orme libre 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16" name="Forme libre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312605"/>
            <a:ext cx="1745251" cy="673365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504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 noProof="0" dirty="0"/>
              <a:t>Le titre vient ici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  <a:endParaRPr lang="fr-FR" noProof="0" dirty="0"/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orme libre 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16" name="Forme libre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504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140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333" userDrawn="1">
          <p15:clr>
            <a:srgbClr val="FBAE40"/>
          </p15:clr>
        </p15:guide>
        <p15:guide id="4" pos="36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’en-tête de section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CB5603-8A62-4D45-B6EF-0D7E2D5FC4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39388" y="1154832"/>
            <a:ext cx="7900525" cy="764460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dirty="0"/>
              <a:t>Le texte factice vient ici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Ovale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15" name="Espace réservé d’image 14">
            <a:extLst>
              <a:ext uri="{FF2B5EF4-FFF2-40B4-BE49-F238E27FC236}">
                <a16:creationId xmlns:a16="http://schemas.microsoft.com/office/drawing/2014/main" id="{B5A30B6B-EEDB-4142-8138-D50F5A307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93041" y="2270376"/>
            <a:ext cx="6206400" cy="4587625"/>
          </a:xfrm>
          <a:custGeom>
            <a:avLst/>
            <a:gdLst>
              <a:gd name="connsiteX0" fmla="*/ 3103200 w 6206400"/>
              <a:gd name="connsiteY0" fmla="*/ 0 h 4587625"/>
              <a:gd name="connsiteX1" fmla="*/ 6206400 w 6206400"/>
              <a:gd name="connsiteY1" fmla="*/ 3103200 h 4587625"/>
              <a:gd name="connsiteX2" fmla="*/ 5831861 w 6206400"/>
              <a:gd name="connsiteY2" fmla="*/ 4582370 h 4587625"/>
              <a:gd name="connsiteX3" fmla="*/ 5828668 w 6206400"/>
              <a:gd name="connsiteY3" fmla="*/ 4587625 h 4587625"/>
              <a:gd name="connsiteX4" fmla="*/ 377733 w 6206400"/>
              <a:gd name="connsiteY4" fmla="*/ 4587625 h 4587625"/>
              <a:gd name="connsiteX5" fmla="*/ 374540 w 6206400"/>
              <a:gd name="connsiteY5" fmla="*/ 4582370 h 4587625"/>
              <a:gd name="connsiteX6" fmla="*/ 0 w 6206400"/>
              <a:gd name="connsiteY6" fmla="*/ 3103200 h 4587625"/>
              <a:gd name="connsiteX7" fmla="*/ 3103200 w 6206400"/>
              <a:gd name="connsiteY7" fmla="*/ 0 h 458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6400" h="4587625">
                <a:moveTo>
                  <a:pt x="3103200" y="0"/>
                </a:moveTo>
                <a:cubicBezTo>
                  <a:pt x="4817050" y="0"/>
                  <a:pt x="6206400" y="1389350"/>
                  <a:pt x="6206400" y="3103200"/>
                </a:cubicBezTo>
                <a:cubicBezTo>
                  <a:pt x="6206400" y="3638778"/>
                  <a:pt x="6070721" y="4142667"/>
                  <a:pt x="5831861" y="4582370"/>
                </a:cubicBezTo>
                <a:lnTo>
                  <a:pt x="5828668" y="4587625"/>
                </a:lnTo>
                <a:lnTo>
                  <a:pt x="377733" y="4587625"/>
                </a:lnTo>
                <a:lnTo>
                  <a:pt x="374540" y="4582370"/>
                </a:lnTo>
                <a:cubicBezTo>
                  <a:pt x="135679" y="4142667"/>
                  <a:pt x="0" y="3638778"/>
                  <a:pt x="0" y="3103200"/>
                </a:cubicBezTo>
                <a:cubicBezTo>
                  <a:pt x="0" y="1389350"/>
                  <a:pt x="1389350" y="0"/>
                  <a:pt x="3103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750495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42E17FB3-B5C4-4B3A-A57B-C6493A9D0C66}"/>
              </a:ext>
            </a:extLst>
          </p:cNvPr>
          <p:cNvGrpSpPr/>
          <p:nvPr userDrawn="1"/>
        </p:nvGrpSpPr>
        <p:grpSpPr>
          <a:xfrm rot="8650774">
            <a:off x="5037655" y="4336093"/>
            <a:ext cx="1905000" cy="2354263"/>
            <a:chOff x="11114088" y="2241550"/>
            <a:chExt cx="1905000" cy="2354263"/>
          </a:xfrm>
          <a:solidFill>
            <a:schemeClr val="bg2"/>
          </a:solidFill>
        </p:grpSpPr>
        <p:sp>
          <p:nvSpPr>
            <p:cNvPr id="11" name="Forme libre 5">
              <a:extLst>
                <a:ext uri="{FF2B5EF4-FFF2-40B4-BE49-F238E27FC236}">
                  <a16:creationId xmlns:a16="http://schemas.microsoft.com/office/drawing/2014/main" id="{DCA6C454-F761-4265-BB5E-DFD947CC3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12" name="Forme libre 6">
              <a:extLst>
                <a:ext uri="{FF2B5EF4-FFF2-40B4-BE49-F238E27FC236}">
                  <a16:creationId xmlns:a16="http://schemas.microsoft.com/office/drawing/2014/main" id="{6B853B2F-9E1C-4AC4-9344-8610498D5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13" name="Forme libre 7">
              <a:extLst>
                <a:ext uri="{FF2B5EF4-FFF2-40B4-BE49-F238E27FC236}">
                  <a16:creationId xmlns:a16="http://schemas.microsoft.com/office/drawing/2014/main" id="{B7FCC84B-2235-4948-8277-8363DFC69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</p:grpSp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23" name="Espace réservé d’image 22">
            <a:extLst>
              <a:ext uri="{FF2B5EF4-FFF2-40B4-BE49-F238E27FC236}">
                <a16:creationId xmlns:a16="http://schemas.microsoft.com/office/drawing/2014/main" id="{26619E66-5354-4D60-8529-27917AC037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4648" y="0"/>
            <a:ext cx="6307353" cy="5780372"/>
          </a:xfrm>
          <a:custGeom>
            <a:avLst/>
            <a:gdLst>
              <a:gd name="connsiteX0" fmla="*/ 760444 w 6307353"/>
              <a:gd name="connsiteY0" fmla="*/ 0 h 5780372"/>
              <a:gd name="connsiteX1" fmla="*/ 6307353 w 6307353"/>
              <a:gd name="connsiteY1" fmla="*/ 0 h 5780372"/>
              <a:gd name="connsiteX2" fmla="*/ 6307353 w 6307353"/>
              <a:gd name="connsiteY2" fmla="*/ 4515612 h 5780372"/>
              <a:gd name="connsiteX3" fmla="*/ 6110746 w 6307353"/>
              <a:gd name="connsiteY3" fmla="*/ 4731934 h 5780372"/>
              <a:gd name="connsiteX4" fmla="*/ 3579592 w 6307353"/>
              <a:gd name="connsiteY4" fmla="*/ 5780372 h 5780372"/>
              <a:gd name="connsiteX5" fmla="*/ 0 w 6307353"/>
              <a:gd name="connsiteY5" fmla="*/ 2200780 h 5780372"/>
              <a:gd name="connsiteX6" fmla="*/ 611338 w 6307353"/>
              <a:gd name="connsiteY6" fmla="*/ 199396 h 578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7353" h="5780372">
                <a:moveTo>
                  <a:pt x="760444" y="0"/>
                </a:moveTo>
                <a:lnTo>
                  <a:pt x="6307353" y="0"/>
                </a:lnTo>
                <a:lnTo>
                  <a:pt x="6307353" y="4515612"/>
                </a:lnTo>
                <a:lnTo>
                  <a:pt x="6110746" y="4731934"/>
                </a:lnTo>
                <a:cubicBezTo>
                  <a:pt x="5462967" y="5379713"/>
                  <a:pt x="4568069" y="5780372"/>
                  <a:pt x="3579592" y="5780372"/>
                </a:cubicBezTo>
                <a:cubicBezTo>
                  <a:pt x="1602638" y="5780372"/>
                  <a:pt x="0" y="4177734"/>
                  <a:pt x="0" y="2200780"/>
                </a:cubicBezTo>
                <a:cubicBezTo>
                  <a:pt x="0" y="1459422"/>
                  <a:pt x="225371" y="770703"/>
                  <a:pt x="611338" y="19939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2E646B4F-6CCB-724C-9D5E-6D577002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696208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 rtlCol="0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au contenu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 rtlCol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14" name="Rectangle 13">
            <a:extLst>
              <a:ext uri="{FF2B5EF4-FFF2-40B4-BE49-F238E27FC236}">
                <a16:creationId xmlns:a16="http://schemas.microsoft.com/office/drawing/2014/main" id="{9D415693-E2CB-4DB4-B07C-2F96B0CAB302}"/>
              </a:ext>
            </a:extLst>
          </p:cNvPr>
          <p:cNvSpPr/>
          <p:nvPr userDrawn="1"/>
        </p:nvSpPr>
        <p:spPr>
          <a:xfrm>
            <a:off x="7854462" y="988536"/>
            <a:ext cx="4329129" cy="48809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14C1BF67-E354-4E04-8F94-BABF2B7D1AFB}"/>
              </a:ext>
            </a:extLst>
          </p:cNvPr>
          <p:cNvSpPr/>
          <p:nvPr userDrawn="1"/>
        </p:nvSpPr>
        <p:spPr>
          <a:xfrm>
            <a:off x="5107816" y="633613"/>
            <a:ext cx="5571908" cy="5571906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8" name="Espace réservé d’image 5">
            <a:extLst>
              <a:ext uri="{FF2B5EF4-FFF2-40B4-BE49-F238E27FC236}">
                <a16:creationId xmlns:a16="http://schemas.microsoft.com/office/drawing/2014/main" id="{FF6AC390-6F85-4B64-AE7A-E8E0D8FC89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5212" y="988536"/>
            <a:ext cx="4884848" cy="4884848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96998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 userDrawn="1"/>
        </p:nvSpPr>
        <p:spPr>
          <a:xfrm>
            <a:off x="8308181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E799E3E2-888B-2343-9A63-F84C03265CB5}"/>
              </a:ext>
            </a:extLst>
          </p:cNvPr>
          <p:cNvSpPr>
            <a:spLocks noChangeAspect="1"/>
          </p:cNvSpPr>
          <p:nvPr userDrawn="1"/>
        </p:nvSpPr>
        <p:spPr>
          <a:xfrm>
            <a:off x="9833702" y="1823757"/>
            <a:ext cx="832104" cy="832104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3" name="Espace réservé d’image 11">
            <a:extLst>
              <a:ext uri="{FF2B5EF4-FFF2-40B4-BE49-F238E27FC236}">
                <a16:creationId xmlns:a16="http://schemas.microsoft.com/office/drawing/2014/main" id="{8FEDE8EF-5B7A-A741-9A56-D365CAE01B6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98318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 userDrawn="1"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8C1E0992-271E-4948-9461-C7AA54AF8FEA}"/>
              </a:ext>
            </a:extLst>
          </p:cNvPr>
          <p:cNvSpPr>
            <a:spLocks noChangeAspect="1"/>
          </p:cNvSpPr>
          <p:nvPr userDrawn="1"/>
        </p:nvSpPr>
        <p:spPr>
          <a:xfrm>
            <a:off x="1526011" y="1823757"/>
            <a:ext cx="832104" cy="83210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26" y="3207024"/>
            <a:ext cx="3445566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35B71D50-AA4B-4E0C-8F6A-0F64F2C8A8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3819" y="1630018"/>
            <a:ext cx="4424362" cy="4373217"/>
          </a:xfrm>
          <a:solidFill>
            <a:schemeClr val="bg2">
              <a:lumMod val="90000"/>
            </a:schemeClr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527490" y="3207024"/>
            <a:ext cx="3445200" cy="2504663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19126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527124" y="2711636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483B974E-5202-4EAD-9D55-4129C84BAE8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90627" y="1988373"/>
            <a:ext cx="502873" cy="502873"/>
          </a:xfrm>
          <a:prstGeom prst="rect">
            <a:avLst/>
          </a:prstGeom>
          <a:noFill/>
        </p:spPr>
        <p:txBody>
          <a:bodyPr lIns="0" rIns="0" rtlCol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</p:spTree>
    <p:extLst>
      <p:ext uri="{BB962C8B-B14F-4D97-AF65-F5344CB8AC3E}">
        <p14:creationId xmlns:p14="http://schemas.microsoft.com/office/powerpoint/2010/main" val="174103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avec les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B6EB0C6-606C-4AFB-8FF8-AB43606B95BD}"/>
              </a:ext>
            </a:extLst>
          </p:cNvPr>
          <p:cNvSpPr/>
          <p:nvPr userDrawn="1"/>
        </p:nvSpPr>
        <p:spPr>
          <a:xfrm>
            <a:off x="6599236" y="4707908"/>
            <a:ext cx="5592763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CE6D5A-A5C0-4B12-A26A-691D5743FA5C}"/>
              </a:ext>
            </a:extLst>
          </p:cNvPr>
          <p:cNvSpPr/>
          <p:nvPr userDrawn="1"/>
        </p:nvSpPr>
        <p:spPr>
          <a:xfrm>
            <a:off x="-82063" y="1648186"/>
            <a:ext cx="5709139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934" y="2863158"/>
            <a:ext cx="4074002" cy="2846648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accent2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09370" y="1903728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r">
              <a:buNone/>
              <a:defRPr sz="18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 dirty="0"/>
              <a:t>La rubrique 01 vient ici</a:t>
            </a:r>
          </a:p>
        </p:txBody>
      </p:sp>
      <p:sp>
        <p:nvSpPr>
          <p:cNvPr id="23" name="Espace réservé du contenu 2">
            <a:extLst>
              <a:ext uri="{FF2B5EF4-FFF2-40B4-BE49-F238E27FC236}">
                <a16:creationId xmlns:a16="http://schemas.microsoft.com/office/drawing/2014/main" id="{E5123CE7-2F8A-489B-BD99-0C2A33ADF49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7327918" y="1648186"/>
            <a:ext cx="4074002" cy="2834508"/>
          </a:xfrm>
        </p:spPr>
        <p:txBody>
          <a:bodyPr lIns="0" tIns="0" rIns="0" bIns="0" rtlCol="0" anchor="b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id="{07730BCF-AC2A-4FEC-8F01-63964DB444C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475709" y="4963450"/>
            <a:ext cx="3445566" cy="495389"/>
          </a:xfrm>
        </p:spPr>
        <p:txBody>
          <a:bodyPr lIns="0" tIns="0" rIns="0" bIns="0" rtlCol="0" anchor="ctr"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4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 dirty="0"/>
              <a:t>La rubrique 02 vient ici</a:t>
            </a:r>
          </a:p>
        </p:txBody>
      </p:sp>
      <p:sp>
        <p:nvSpPr>
          <p:cNvPr id="21" name="Ovale 20">
            <a:extLst>
              <a:ext uri="{FF2B5EF4-FFF2-40B4-BE49-F238E27FC236}">
                <a16:creationId xmlns:a16="http://schemas.microsoft.com/office/drawing/2014/main" id="{919C8692-230B-D543-A7F7-4FD61B04D1C6}"/>
              </a:ext>
            </a:extLst>
          </p:cNvPr>
          <p:cNvSpPr>
            <a:spLocks noChangeAspect="1"/>
          </p:cNvSpPr>
          <p:nvPr userDrawn="1"/>
        </p:nvSpPr>
        <p:spPr>
          <a:xfrm>
            <a:off x="5084763" y="1652762"/>
            <a:ext cx="1001899" cy="1001899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4" name="Espace réservé d’image 11">
            <a:extLst>
              <a:ext uri="{FF2B5EF4-FFF2-40B4-BE49-F238E27FC236}">
                <a16:creationId xmlns:a16="http://schemas.microsoft.com/office/drawing/2014/main" id="{E150BFC7-A11D-CC46-B5A2-8BD93C26950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82969" y="1850968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F95B55F4-B501-3440-8904-A1C7F049CBE8}"/>
              </a:ext>
            </a:extLst>
          </p:cNvPr>
          <p:cNvSpPr>
            <a:spLocks noChangeAspect="1"/>
          </p:cNvSpPr>
          <p:nvPr userDrawn="1"/>
        </p:nvSpPr>
        <p:spPr>
          <a:xfrm>
            <a:off x="6100576" y="4707907"/>
            <a:ext cx="1001899" cy="1001899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9" name="Espace réservé d’image 11">
            <a:extLst>
              <a:ext uri="{FF2B5EF4-FFF2-40B4-BE49-F238E27FC236}">
                <a16:creationId xmlns:a16="http://schemas.microsoft.com/office/drawing/2014/main" id="{F2116994-BE3E-6A43-9C15-E71BA8EC821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298782" y="4906113"/>
            <a:ext cx="605487" cy="605487"/>
          </a:xfrm>
          <a:prstGeom prst="rect">
            <a:avLst/>
          </a:prstGeom>
          <a:noFill/>
        </p:spPr>
        <p:txBody>
          <a:bodyPr lIns="0" rIns="0" rtlCol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</p:spTree>
    <p:extLst>
      <p:ext uri="{BB962C8B-B14F-4D97-AF65-F5344CB8AC3E}">
        <p14:creationId xmlns:p14="http://schemas.microsoft.com/office/powerpoint/2010/main" val="89140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9" name="Ovale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322A2F12-9117-4B68-80A7-10EC293F01F8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2" name="Forme libre 5">
              <a:extLst>
                <a:ext uri="{FF2B5EF4-FFF2-40B4-BE49-F238E27FC236}">
                  <a16:creationId xmlns:a16="http://schemas.microsoft.com/office/drawing/2014/main" id="{AAF7CCD5-D217-463B-844E-D697B3459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13" name="Forme libre 6">
              <a:extLst>
                <a:ext uri="{FF2B5EF4-FFF2-40B4-BE49-F238E27FC236}">
                  <a16:creationId xmlns:a16="http://schemas.microsoft.com/office/drawing/2014/main" id="{470AB33E-36FA-416E-9307-1C85125C0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52518C90-D74B-4D84-AE06-554644DE3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56476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9" name="Ovale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322A2F12-9117-4B68-80A7-10EC293F01F8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2" name="Forme libre 5">
              <a:extLst>
                <a:ext uri="{FF2B5EF4-FFF2-40B4-BE49-F238E27FC236}">
                  <a16:creationId xmlns:a16="http://schemas.microsoft.com/office/drawing/2014/main" id="{AAF7CCD5-D217-463B-844E-D697B3459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13" name="Forme libre 6">
              <a:extLst>
                <a:ext uri="{FF2B5EF4-FFF2-40B4-BE49-F238E27FC236}">
                  <a16:creationId xmlns:a16="http://schemas.microsoft.com/office/drawing/2014/main" id="{470AB33E-36FA-416E-9307-1C85125C0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52518C90-D74B-4D84-AE06-554644DE3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879954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’é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e 34">
            <a:extLst>
              <a:ext uri="{FF2B5EF4-FFF2-40B4-BE49-F238E27FC236}">
                <a16:creationId xmlns:a16="http://schemas.microsoft.com/office/drawing/2014/main" id="{431CD316-21C7-4FA9-A45A-374D6AE71ED5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36" name="Forme libre 5">
              <a:extLst>
                <a:ext uri="{FF2B5EF4-FFF2-40B4-BE49-F238E27FC236}">
                  <a16:creationId xmlns:a16="http://schemas.microsoft.com/office/drawing/2014/main" id="{E107D9FB-3967-4583-A9DA-6787AF712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37" name="Forme libre 6">
              <a:extLst>
                <a:ext uri="{FF2B5EF4-FFF2-40B4-BE49-F238E27FC236}">
                  <a16:creationId xmlns:a16="http://schemas.microsoft.com/office/drawing/2014/main" id="{138D5FEB-37FF-4F26-B625-CE2BE91FF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38" name="Forme libre 7">
              <a:extLst>
                <a:ext uri="{FF2B5EF4-FFF2-40B4-BE49-F238E27FC236}">
                  <a16:creationId xmlns:a16="http://schemas.microsoft.com/office/drawing/2014/main" id="{6C2B67E8-673C-422C-B021-296E2E2B9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</p:grpSp>
      <p:sp>
        <p:nvSpPr>
          <p:cNvPr id="23" name="Ovale 22">
            <a:extLst>
              <a:ext uri="{FF2B5EF4-FFF2-40B4-BE49-F238E27FC236}">
                <a16:creationId xmlns:a16="http://schemas.microsoft.com/office/drawing/2014/main" id="{687010E4-ADF2-486D-8DF7-B0FF38C6DADF}"/>
              </a:ext>
            </a:extLst>
          </p:cNvPr>
          <p:cNvSpPr/>
          <p:nvPr userDrawn="1"/>
        </p:nvSpPr>
        <p:spPr>
          <a:xfrm>
            <a:off x="954140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4" name="Ovale 23">
            <a:extLst>
              <a:ext uri="{FF2B5EF4-FFF2-40B4-BE49-F238E27FC236}">
                <a16:creationId xmlns:a16="http://schemas.microsoft.com/office/drawing/2014/main" id="{9159AA79-2237-4A27-BBC2-D44032158D19}"/>
              </a:ext>
            </a:extLst>
          </p:cNvPr>
          <p:cNvSpPr/>
          <p:nvPr userDrawn="1"/>
        </p:nvSpPr>
        <p:spPr>
          <a:xfrm>
            <a:off x="3807539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5" name="Ovale 24">
            <a:extLst>
              <a:ext uri="{FF2B5EF4-FFF2-40B4-BE49-F238E27FC236}">
                <a16:creationId xmlns:a16="http://schemas.microsoft.com/office/drawing/2014/main" id="{0272B962-9566-42D2-B4C3-E7AA81884A83}"/>
              </a:ext>
            </a:extLst>
          </p:cNvPr>
          <p:cNvSpPr/>
          <p:nvPr userDrawn="1"/>
        </p:nvSpPr>
        <p:spPr>
          <a:xfrm>
            <a:off x="6646275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19733285-016C-4C38-816C-83D30C075C70}"/>
              </a:ext>
            </a:extLst>
          </p:cNvPr>
          <p:cNvSpPr/>
          <p:nvPr userDrawn="1"/>
        </p:nvSpPr>
        <p:spPr>
          <a:xfrm>
            <a:off x="9498658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0" name="Forme libre : Forme 19">
            <a:extLst>
              <a:ext uri="{FF2B5EF4-FFF2-40B4-BE49-F238E27FC236}">
                <a16:creationId xmlns:a16="http://schemas.microsoft.com/office/drawing/2014/main" id="{EF40DBA4-AB63-4B47-B37F-BCC3D59B5392}"/>
              </a:ext>
            </a:extLst>
          </p:cNvPr>
          <p:cNvSpPr/>
          <p:nvPr userDrawn="1"/>
        </p:nvSpPr>
        <p:spPr>
          <a:xfrm>
            <a:off x="4011967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1" name="Forme libre : Forme 20">
            <a:extLst>
              <a:ext uri="{FF2B5EF4-FFF2-40B4-BE49-F238E27FC236}">
                <a16:creationId xmlns:a16="http://schemas.microsoft.com/office/drawing/2014/main" id="{33EF0AFB-D099-4FF1-8963-7DA87268867F}"/>
              </a:ext>
            </a:extLst>
          </p:cNvPr>
          <p:cNvSpPr/>
          <p:nvPr userDrawn="1"/>
        </p:nvSpPr>
        <p:spPr>
          <a:xfrm>
            <a:off x="6850703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2" name="Forme libre : Forme 21">
            <a:extLst>
              <a:ext uri="{FF2B5EF4-FFF2-40B4-BE49-F238E27FC236}">
                <a16:creationId xmlns:a16="http://schemas.microsoft.com/office/drawing/2014/main" id="{6872C96E-9AF3-4FA0-8180-C213C7F2209E}"/>
              </a:ext>
            </a:extLst>
          </p:cNvPr>
          <p:cNvSpPr/>
          <p:nvPr userDrawn="1"/>
        </p:nvSpPr>
        <p:spPr>
          <a:xfrm>
            <a:off x="9703086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7" name="Forme libre : Forme 16">
            <a:extLst>
              <a:ext uri="{FF2B5EF4-FFF2-40B4-BE49-F238E27FC236}">
                <a16:creationId xmlns:a16="http://schemas.microsoft.com/office/drawing/2014/main" id="{3A08BE29-CFA5-4E0D-9DBE-A430AE1B8072}"/>
              </a:ext>
            </a:extLst>
          </p:cNvPr>
          <p:cNvSpPr/>
          <p:nvPr userDrawn="1"/>
        </p:nvSpPr>
        <p:spPr>
          <a:xfrm>
            <a:off x="1158568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rtlCol="0" anchor="b">
            <a:noAutofit/>
          </a:bodyPr>
          <a:lstStyle>
            <a:lvl1pPr>
              <a:defRPr sz="3200" b="1" cap="all" baseline="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9" name="Ovale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B1B995BE-66C2-4379-885F-4BE069DA39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03638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Espace réservé d’image 2">
            <a:extLst>
              <a:ext uri="{FF2B5EF4-FFF2-40B4-BE49-F238E27FC236}">
                <a16:creationId xmlns:a16="http://schemas.microsoft.com/office/drawing/2014/main" id="{9B56B6C6-9F3C-4E80-BBAD-280E697B8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57037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2" name="Espace réservé d’image 2">
            <a:extLst>
              <a:ext uri="{FF2B5EF4-FFF2-40B4-BE49-F238E27FC236}">
                <a16:creationId xmlns:a16="http://schemas.microsoft.com/office/drawing/2014/main" id="{54704160-1ED7-4B90-8963-0F887C73E9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5773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3" name="Espace réservé d’image 2">
            <a:extLst>
              <a:ext uri="{FF2B5EF4-FFF2-40B4-BE49-F238E27FC236}">
                <a16:creationId xmlns:a16="http://schemas.microsoft.com/office/drawing/2014/main" id="{36610597-6A76-4A06-82A5-A8FFC5BAE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48156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27" name="Espace réservé du contenu 2">
            <a:extLst>
              <a:ext uri="{FF2B5EF4-FFF2-40B4-BE49-F238E27FC236}">
                <a16:creationId xmlns:a16="http://schemas.microsoft.com/office/drawing/2014/main" id="{FF56D2E5-86E4-473A-A62F-B7029E5B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54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28" name="Espace réservé du contenu 2">
            <a:extLst>
              <a:ext uri="{FF2B5EF4-FFF2-40B4-BE49-F238E27FC236}">
                <a16:creationId xmlns:a16="http://schemas.microsoft.com/office/drawing/2014/main" id="{93934E34-6CC7-492D-9515-EBEC72EFF4C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24454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 dirty="0"/>
              <a:t>Cadre 01</a:t>
            </a:r>
          </a:p>
        </p:txBody>
      </p:sp>
      <p:sp>
        <p:nvSpPr>
          <p:cNvPr id="29" name="Espace réservé du contenu 2">
            <a:extLst>
              <a:ext uri="{FF2B5EF4-FFF2-40B4-BE49-F238E27FC236}">
                <a16:creationId xmlns:a16="http://schemas.microsoft.com/office/drawing/2014/main" id="{E4E27467-A1AA-4773-AAB5-A96267FBD71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77853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30" name="Espace réservé du contenu 2">
            <a:extLst>
              <a:ext uri="{FF2B5EF4-FFF2-40B4-BE49-F238E27FC236}">
                <a16:creationId xmlns:a16="http://schemas.microsoft.com/office/drawing/2014/main" id="{6CABD5EB-4A8B-448B-8ED1-B8B420815B2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77853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 dirty="0"/>
              <a:t>Cadre 01</a:t>
            </a:r>
          </a:p>
        </p:txBody>
      </p:sp>
      <p:sp>
        <p:nvSpPr>
          <p:cNvPr id="31" name="Espace réservé du contenu 2">
            <a:extLst>
              <a:ext uri="{FF2B5EF4-FFF2-40B4-BE49-F238E27FC236}">
                <a16:creationId xmlns:a16="http://schemas.microsoft.com/office/drawing/2014/main" id="{0D86883C-E501-47FF-AE1A-E9CE8B71B42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16589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32" name="Espace réservé du contenu 2">
            <a:extLst>
              <a:ext uri="{FF2B5EF4-FFF2-40B4-BE49-F238E27FC236}">
                <a16:creationId xmlns:a16="http://schemas.microsoft.com/office/drawing/2014/main" id="{3683A037-F698-4CC9-904D-F377D71F690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16589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 dirty="0"/>
              <a:t>Cadre 01</a:t>
            </a:r>
          </a:p>
        </p:txBody>
      </p:sp>
      <p:sp>
        <p:nvSpPr>
          <p:cNvPr id="33" name="Espace réservé du contenu 2">
            <a:extLst>
              <a:ext uri="{FF2B5EF4-FFF2-40B4-BE49-F238E27FC236}">
                <a16:creationId xmlns:a16="http://schemas.microsoft.com/office/drawing/2014/main" id="{0A095594-2B82-44ED-8C9B-DA7C4D3D287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068972" y="4052306"/>
            <a:ext cx="2588705" cy="1749005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34" name="Espace réservé du contenu 2">
            <a:extLst>
              <a:ext uri="{FF2B5EF4-FFF2-40B4-BE49-F238E27FC236}">
                <a16:creationId xmlns:a16="http://schemas.microsoft.com/office/drawing/2014/main" id="{54CDD46A-22ED-48F5-9B5F-13B1B5C4B32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068972" y="3539268"/>
            <a:ext cx="2588705" cy="495389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 rtl="0"/>
            <a:r>
              <a:rPr lang="fr-FR" noProof="0" dirty="0"/>
              <a:t>Cadre 01</a:t>
            </a:r>
          </a:p>
        </p:txBody>
      </p:sp>
    </p:spTree>
    <p:extLst>
      <p:ext uri="{BB962C8B-B14F-4D97-AF65-F5344CB8AC3E}">
        <p14:creationId xmlns:p14="http://schemas.microsoft.com/office/powerpoint/2010/main" val="3876503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 dirty="0"/>
              <a:t>courrier électronique</a:t>
            </a:r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orme libre 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16" name="Forme libre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844881"/>
            <a:ext cx="1745251" cy="673365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4E0FBE0E-A6B0-483E-93DD-5C20DA069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/>
            </a:lvl1pPr>
          </a:lstStyle>
          <a:p>
            <a:pPr marL="228600" lvl="0" indent="-228600" rtl="0"/>
            <a:r>
              <a:rPr lang="fr-FR" noProof="0" dirty="0"/>
              <a:t>Url site web ici</a:t>
            </a:r>
          </a:p>
        </p:txBody>
      </p:sp>
      <p:pic>
        <p:nvPicPr>
          <p:cNvPr id="17" name="Graphisme 16" descr="Enveloppe">
            <a:extLst>
              <a:ext uri="{FF2B5EF4-FFF2-40B4-BE49-F238E27FC236}">
                <a16:creationId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18" name="Graphisme 17" descr="Réseau">
            <a:extLst>
              <a:ext uri="{FF2B5EF4-FFF2-40B4-BE49-F238E27FC236}">
                <a16:creationId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C519AB8-2D8F-4EE5-B4E4-7A48430A4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2998" y="3309109"/>
            <a:ext cx="5163222" cy="673365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>
                <a:solidFill>
                  <a:schemeClr val="accent4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fr-FR" noProof="0"/>
              <a:t>Modifiez le style du titre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637136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 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orme libre 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16" name="Forme libre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7C312F4-62C2-4903-8C4B-423A8717E481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ous-titre 2">
            <a:extLst>
              <a:ext uri="{FF2B5EF4-FFF2-40B4-BE49-F238E27FC236}">
                <a16:creationId xmlns:a16="http://schemas.microsoft.com/office/drawing/2014/main" id="{ADF17BC1-06CE-42EA-A970-31A7ED871A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 dirty="0"/>
              <a:t>courrier électronique</a:t>
            </a:r>
          </a:p>
        </p:txBody>
      </p:sp>
      <p:sp>
        <p:nvSpPr>
          <p:cNvPr id="22" name="Espace réservé du texte 6">
            <a:extLst>
              <a:ext uri="{FF2B5EF4-FFF2-40B4-BE49-F238E27FC236}">
                <a16:creationId xmlns:a16="http://schemas.microsoft.com/office/drawing/2014/main" id="{7035F1B3-4E91-44FF-B4E7-E5D87C7A03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>
                <a:solidFill>
                  <a:schemeClr val="bg1"/>
                </a:solidFill>
              </a:defRPr>
            </a:lvl1pPr>
          </a:lstStyle>
          <a:p>
            <a:pPr marL="228600" lvl="0" indent="-228600" rtl="0"/>
            <a:r>
              <a:rPr lang="fr-FR" noProof="0" dirty="0"/>
              <a:t>Url site web ici</a:t>
            </a:r>
          </a:p>
        </p:txBody>
      </p:sp>
      <p:pic>
        <p:nvPicPr>
          <p:cNvPr id="18" name="Graphisme 16" descr="Enveloppe">
            <a:extLst>
              <a:ext uri="{FF2B5EF4-FFF2-40B4-BE49-F238E27FC236}">
                <a16:creationId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23" name="Graphisme 17" descr="Réseau">
            <a:extLst>
              <a:ext uri="{FF2B5EF4-FFF2-40B4-BE49-F238E27FC236}">
                <a16:creationId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" name="Titre 1">
            <a:extLst>
              <a:ext uri="{FF2B5EF4-FFF2-40B4-BE49-F238E27FC236}">
                <a16:creationId xmlns:a16="http://schemas.microsoft.com/office/drawing/2014/main" id="{32666C42-DD4B-4BFA-BE15-4D20CFD5D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7744" y="3275218"/>
            <a:ext cx="5188475" cy="826628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rtl="0"/>
            <a:r>
              <a:rPr lang="fr-FR" noProof="0"/>
              <a:t>Modifiez le style du titre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810107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1F54E98B-AC75-484D-9121-68498EB888AA}"/>
              </a:ext>
            </a:extLst>
          </p:cNvPr>
          <p:cNvSpPr/>
          <p:nvPr userDrawn="1"/>
        </p:nvSpPr>
        <p:spPr>
          <a:xfrm>
            <a:off x="754010" y="708293"/>
            <a:ext cx="5334029" cy="5334029"/>
          </a:xfrm>
          <a:prstGeom prst="ellips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rtlCol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 noProof="0" dirty="0"/>
              <a:t>Le titre vient ici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 rtlCol="0"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  <a:endParaRPr lang="fr-FR" noProof="0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orme libre 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16" name="Forme libre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000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rtlCol="0"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Ovale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AD5251EA-F450-4DD1-995B-DC89513424C8}"/>
              </a:ext>
            </a:extLst>
          </p:cNvPr>
          <p:cNvGrpSpPr/>
          <p:nvPr userDrawn="1"/>
        </p:nvGrpSpPr>
        <p:grpSpPr>
          <a:xfrm rot="16200000">
            <a:off x="1637386" y="1473117"/>
            <a:ext cx="8917229" cy="10769768"/>
            <a:chOff x="-1728305" y="-2049517"/>
            <a:chExt cx="8917229" cy="10769768"/>
          </a:xfrm>
        </p:grpSpPr>
        <p:sp>
          <p:nvSpPr>
            <p:cNvPr id="17" name="Ovale 16">
              <a:extLst>
                <a:ext uri="{FF2B5EF4-FFF2-40B4-BE49-F238E27FC236}">
                  <a16:creationId xmlns:a16="http://schemas.microsoft.com/office/drawing/2014/main" id="{44882F4E-E8C8-46FE-A9C8-7B79782767F6}"/>
                </a:ext>
              </a:extLst>
            </p:cNvPr>
            <p:cNvSpPr/>
            <p:nvPr userDrawn="1"/>
          </p:nvSpPr>
          <p:spPr>
            <a:xfrm>
              <a:off x="754010" y="708293"/>
              <a:ext cx="5334029" cy="5334029"/>
            </a:xfrm>
            <a:prstGeom prst="ellipse">
              <a:avLst/>
            </a:prstGeom>
            <a:solidFill>
              <a:schemeClr val="bg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 dirty="0"/>
            </a:p>
          </p:txBody>
        </p:sp>
        <p:grpSp>
          <p:nvGrpSpPr>
            <p:cNvPr id="18" name="Groupe 17">
              <a:extLst>
                <a:ext uri="{FF2B5EF4-FFF2-40B4-BE49-F238E27FC236}">
                  <a16:creationId xmlns:a16="http://schemas.microsoft.com/office/drawing/2014/main" id="{965CD13B-04FB-40D5-AF62-2F43CF49BA9B}"/>
                </a:ext>
              </a:extLst>
            </p:cNvPr>
            <p:cNvGrpSpPr/>
            <p:nvPr userDrawn="1"/>
          </p:nvGrpSpPr>
          <p:grpSpPr>
            <a:xfrm>
              <a:off x="-1728305" y="-2049517"/>
              <a:ext cx="8917229" cy="10769768"/>
              <a:chOff x="11114088" y="2241550"/>
              <a:chExt cx="1905000" cy="2354263"/>
            </a:xfrm>
            <a:solidFill>
              <a:schemeClr val="bg1">
                <a:alpha val="16000"/>
              </a:schemeClr>
            </a:solidFill>
          </p:grpSpPr>
          <p:sp>
            <p:nvSpPr>
              <p:cNvPr id="19" name="Forme libre 5">
                <a:extLst>
                  <a:ext uri="{FF2B5EF4-FFF2-40B4-BE49-F238E27FC236}">
                    <a16:creationId xmlns:a16="http://schemas.microsoft.com/office/drawing/2014/main" id="{01876F8F-C11E-4FB2-8150-1F0602752F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2241550"/>
                <a:ext cx="1905000" cy="2354263"/>
              </a:xfrm>
              <a:custGeom>
                <a:avLst/>
                <a:gdLst>
                  <a:gd name="T0" fmla="*/ 0 w 447"/>
                  <a:gd name="T1" fmla="*/ 264 h 553"/>
                  <a:gd name="T2" fmla="*/ 141 w 447"/>
                  <a:gd name="T3" fmla="*/ 48 h 553"/>
                  <a:gd name="T4" fmla="*/ 414 w 447"/>
                  <a:gd name="T5" fmla="*/ 67 h 553"/>
                  <a:gd name="T6" fmla="*/ 438 w 447"/>
                  <a:gd name="T7" fmla="*/ 98 h 553"/>
                  <a:gd name="T8" fmla="*/ 391 w 447"/>
                  <a:gd name="T9" fmla="*/ 111 h 553"/>
                  <a:gd name="T10" fmla="*/ 94 w 447"/>
                  <a:gd name="T11" fmla="*/ 149 h 553"/>
                  <a:gd name="T12" fmla="*/ 107 w 447"/>
                  <a:gd name="T13" fmla="*/ 424 h 553"/>
                  <a:gd name="T14" fmla="*/ 383 w 447"/>
                  <a:gd name="T15" fmla="*/ 453 h 553"/>
                  <a:gd name="T16" fmla="*/ 393 w 447"/>
                  <a:gd name="T17" fmla="*/ 446 h 553"/>
                  <a:gd name="T18" fmla="*/ 433 w 447"/>
                  <a:gd name="T19" fmla="*/ 449 h 553"/>
                  <a:gd name="T20" fmla="*/ 421 w 447"/>
                  <a:gd name="T21" fmla="*/ 485 h 553"/>
                  <a:gd name="T22" fmla="*/ 194 w 447"/>
                  <a:gd name="T23" fmla="*/ 531 h 553"/>
                  <a:gd name="T24" fmla="*/ 0 w 447"/>
                  <a:gd name="T25" fmla="*/ 264 h 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7" h="553">
                    <a:moveTo>
                      <a:pt x="0" y="264"/>
                    </a:moveTo>
                    <a:cubicBezTo>
                      <a:pt x="5" y="176"/>
                      <a:pt x="49" y="96"/>
                      <a:pt x="141" y="48"/>
                    </a:cubicBezTo>
                    <a:cubicBezTo>
                      <a:pt x="235" y="0"/>
                      <a:pt x="327" y="9"/>
                      <a:pt x="414" y="67"/>
                    </a:cubicBezTo>
                    <a:cubicBezTo>
                      <a:pt x="425" y="75"/>
                      <a:pt x="439" y="82"/>
                      <a:pt x="438" y="98"/>
                    </a:cubicBezTo>
                    <a:cubicBezTo>
                      <a:pt x="437" y="120"/>
                      <a:pt x="413" y="127"/>
                      <a:pt x="391" y="111"/>
                    </a:cubicBezTo>
                    <a:cubicBezTo>
                      <a:pt x="294" y="40"/>
                      <a:pt x="166" y="56"/>
                      <a:pt x="94" y="149"/>
                    </a:cubicBezTo>
                    <a:cubicBezTo>
                      <a:pt x="30" y="231"/>
                      <a:pt x="36" y="349"/>
                      <a:pt x="107" y="424"/>
                    </a:cubicBezTo>
                    <a:cubicBezTo>
                      <a:pt x="180" y="502"/>
                      <a:pt x="296" y="514"/>
                      <a:pt x="383" y="453"/>
                    </a:cubicBezTo>
                    <a:cubicBezTo>
                      <a:pt x="386" y="451"/>
                      <a:pt x="390" y="449"/>
                      <a:pt x="393" y="446"/>
                    </a:cubicBezTo>
                    <a:cubicBezTo>
                      <a:pt x="407" y="433"/>
                      <a:pt x="420" y="433"/>
                      <a:pt x="433" y="449"/>
                    </a:cubicBezTo>
                    <a:cubicBezTo>
                      <a:pt x="447" y="467"/>
                      <a:pt x="433" y="477"/>
                      <a:pt x="421" y="485"/>
                    </a:cubicBezTo>
                    <a:cubicBezTo>
                      <a:pt x="353" y="537"/>
                      <a:pt x="277" y="553"/>
                      <a:pt x="194" y="531"/>
                    </a:cubicBezTo>
                    <a:cubicBezTo>
                      <a:pt x="79" y="501"/>
                      <a:pt x="1" y="397"/>
                      <a:pt x="0" y="2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noProof="0" dirty="0"/>
              </a:p>
            </p:txBody>
          </p:sp>
          <p:sp>
            <p:nvSpPr>
              <p:cNvPr id="20" name="Forme libre 6">
                <a:extLst>
                  <a:ext uri="{FF2B5EF4-FFF2-40B4-BE49-F238E27FC236}">
                    <a16:creationId xmlns:a16="http://schemas.microsoft.com/office/drawing/2014/main" id="{08A1D05F-5F61-4156-8C83-1A002AA1E8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12538" y="2590800"/>
                <a:ext cx="835025" cy="1673225"/>
              </a:xfrm>
              <a:custGeom>
                <a:avLst/>
                <a:gdLst>
                  <a:gd name="T0" fmla="*/ 0 w 196"/>
                  <a:gd name="T1" fmla="*/ 198 h 393"/>
                  <a:gd name="T2" fmla="*/ 157 w 196"/>
                  <a:gd name="T3" fmla="*/ 8 h 393"/>
                  <a:gd name="T4" fmla="*/ 192 w 196"/>
                  <a:gd name="T5" fmla="*/ 22 h 393"/>
                  <a:gd name="T6" fmla="*/ 167 w 196"/>
                  <a:gd name="T7" fmla="*/ 56 h 393"/>
                  <a:gd name="T8" fmla="*/ 48 w 196"/>
                  <a:gd name="T9" fmla="*/ 198 h 393"/>
                  <a:gd name="T10" fmla="*/ 170 w 196"/>
                  <a:gd name="T11" fmla="*/ 339 h 393"/>
                  <a:gd name="T12" fmla="*/ 193 w 196"/>
                  <a:gd name="T13" fmla="*/ 372 h 393"/>
                  <a:gd name="T14" fmla="*/ 160 w 196"/>
                  <a:gd name="T15" fmla="*/ 387 h 393"/>
                  <a:gd name="T16" fmla="*/ 0 w 196"/>
                  <a:gd name="T17" fmla="*/ 198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6" h="393">
                    <a:moveTo>
                      <a:pt x="0" y="198"/>
                    </a:moveTo>
                    <a:cubicBezTo>
                      <a:pt x="0" y="103"/>
                      <a:pt x="64" y="26"/>
                      <a:pt x="157" y="8"/>
                    </a:cubicBezTo>
                    <a:cubicBezTo>
                      <a:pt x="171" y="6"/>
                      <a:pt x="188" y="0"/>
                      <a:pt x="192" y="22"/>
                    </a:cubicBezTo>
                    <a:cubicBezTo>
                      <a:pt x="196" y="41"/>
                      <a:pt x="190" y="52"/>
                      <a:pt x="167" y="56"/>
                    </a:cubicBezTo>
                    <a:cubicBezTo>
                      <a:pt x="95" y="70"/>
                      <a:pt x="47" y="129"/>
                      <a:pt x="48" y="198"/>
                    </a:cubicBezTo>
                    <a:cubicBezTo>
                      <a:pt x="48" y="267"/>
                      <a:pt x="97" y="325"/>
                      <a:pt x="170" y="339"/>
                    </a:cubicBezTo>
                    <a:cubicBezTo>
                      <a:pt x="191" y="343"/>
                      <a:pt x="195" y="354"/>
                      <a:pt x="193" y="372"/>
                    </a:cubicBezTo>
                    <a:cubicBezTo>
                      <a:pt x="190" y="393"/>
                      <a:pt x="174" y="389"/>
                      <a:pt x="160" y="387"/>
                    </a:cubicBezTo>
                    <a:cubicBezTo>
                      <a:pt x="70" y="375"/>
                      <a:pt x="0" y="293"/>
                      <a:pt x="0" y="1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fr-FR" noProof="0" dirty="0"/>
              </a:p>
            </p:txBody>
          </p:sp>
        </p:grpSp>
      </p:grp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4D77C47B-CC1E-41DA-9146-5DFD63065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153348"/>
            <a:ext cx="10515600" cy="648543"/>
          </a:xfrm>
        </p:spPr>
        <p:txBody>
          <a:bodyPr rtlCol="0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671652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e 21">
            <a:extLst>
              <a:ext uri="{FF2B5EF4-FFF2-40B4-BE49-F238E27FC236}">
                <a16:creationId xmlns:a16="http://schemas.microsoft.com/office/drawing/2014/main" id="{60E0B501-22AA-4685-BE9B-A267F6F675A7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4" name="Forme libre 5">
              <a:extLst>
                <a:ext uri="{FF2B5EF4-FFF2-40B4-BE49-F238E27FC236}">
                  <a16:creationId xmlns:a16="http://schemas.microsoft.com/office/drawing/2014/main" id="{5D0E179E-CA3D-4874-9ACD-F8990F48F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25" name="Forme libre 6">
              <a:extLst>
                <a:ext uri="{FF2B5EF4-FFF2-40B4-BE49-F238E27FC236}">
                  <a16:creationId xmlns:a16="http://schemas.microsoft.com/office/drawing/2014/main" id="{A9C53936-B93A-4CF6-8766-2FA93ACFE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26" name="Forme libre 7">
              <a:extLst>
                <a:ext uri="{FF2B5EF4-FFF2-40B4-BE49-F238E27FC236}">
                  <a16:creationId xmlns:a16="http://schemas.microsoft.com/office/drawing/2014/main" id="{5776DEA2-5422-4F51-B359-652B71274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48706DBD-D7E1-4734-A193-C7FE296EA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65125"/>
            <a:ext cx="10837862" cy="1325563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27" name="Espace réservé du contenu 2">
            <a:extLst>
              <a:ext uri="{FF2B5EF4-FFF2-40B4-BE49-F238E27FC236}">
                <a16:creationId xmlns:a16="http://schemas.microsoft.com/office/drawing/2014/main" id="{1A1F33A2-66F7-4D85-99DD-7B00F265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825625"/>
            <a:ext cx="10837862" cy="4351338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8038577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e 17">
            <a:extLst>
              <a:ext uri="{FF2B5EF4-FFF2-40B4-BE49-F238E27FC236}">
                <a16:creationId xmlns:a16="http://schemas.microsoft.com/office/drawing/2014/main" id="{C2A6B906-ACDA-40FD-8AC8-0B693AB1279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9" name="Forme libre 5">
              <a:extLst>
                <a:ext uri="{FF2B5EF4-FFF2-40B4-BE49-F238E27FC236}">
                  <a16:creationId xmlns:a16="http://schemas.microsoft.com/office/drawing/2014/main" id="{717F7366-5A99-4065-90C2-AE7DF5DD0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20" name="Forme libre 6">
              <a:extLst>
                <a:ext uri="{FF2B5EF4-FFF2-40B4-BE49-F238E27FC236}">
                  <a16:creationId xmlns:a16="http://schemas.microsoft.com/office/drawing/2014/main" id="{90A089CA-63B9-4456-B0B1-17C75EBFB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22" name="Forme libre 7">
              <a:extLst>
                <a:ext uri="{FF2B5EF4-FFF2-40B4-BE49-F238E27FC236}">
                  <a16:creationId xmlns:a16="http://schemas.microsoft.com/office/drawing/2014/main" id="{8D36B2D1-BCFE-43FC-8743-7B7A30E1A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D1E32FD-35A0-490A-BE40-FBF894A7E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65125"/>
            <a:ext cx="10837862" cy="1325563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079DA8F4-EDD3-4D62-A90B-8C3C1AFB0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825625"/>
            <a:ext cx="5503862" cy="4351338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17" name="Espace réservé du contenu 3">
            <a:extLst>
              <a:ext uri="{FF2B5EF4-FFF2-40B4-BE49-F238E27FC236}">
                <a16:creationId xmlns:a16="http://schemas.microsoft.com/office/drawing/2014/main" id="{DA0DA994-B4A9-447A-BEBF-3EA31D375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4616185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e 19">
            <a:extLst>
              <a:ext uri="{FF2B5EF4-FFF2-40B4-BE49-F238E27FC236}">
                <a16:creationId xmlns:a16="http://schemas.microsoft.com/office/drawing/2014/main" id="{616F52B4-215E-4237-893C-E22B23804744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2" name="Forme libre 5">
              <a:extLst>
                <a:ext uri="{FF2B5EF4-FFF2-40B4-BE49-F238E27FC236}">
                  <a16:creationId xmlns:a16="http://schemas.microsoft.com/office/drawing/2014/main" id="{B7C40C77-B795-4B07-B92D-2E8A56635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23" name="Forme libre 6">
              <a:extLst>
                <a:ext uri="{FF2B5EF4-FFF2-40B4-BE49-F238E27FC236}">
                  <a16:creationId xmlns:a16="http://schemas.microsoft.com/office/drawing/2014/main" id="{6E703A1E-5F10-4BB5-9D52-77CB6F599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24" name="Forme libre 7">
              <a:extLst>
                <a:ext uri="{FF2B5EF4-FFF2-40B4-BE49-F238E27FC236}">
                  <a16:creationId xmlns:a16="http://schemas.microsoft.com/office/drawing/2014/main" id="{22CEE04C-09CE-41CF-937D-EC2D3C23E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D1E32FD-35A0-490A-BE40-FBF894A7E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365125"/>
            <a:ext cx="10837862" cy="1325563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774CF4BA-8DCB-42CF-A2C4-D6AF95EE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17" name="Espace réservé du contenu 3">
            <a:extLst>
              <a:ext uri="{FF2B5EF4-FFF2-40B4-BE49-F238E27FC236}">
                <a16:creationId xmlns:a16="http://schemas.microsoft.com/office/drawing/2014/main" id="{67BA8B6E-A28D-4658-8C91-6CA7BD539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8" y="2505075"/>
            <a:ext cx="5157787" cy="3684588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F73B3215-82DB-4DBF-9E77-3AE2308C6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19" name="Espace réservé du contenu 5">
            <a:extLst>
              <a:ext uri="{FF2B5EF4-FFF2-40B4-BE49-F238E27FC236}">
                <a16:creationId xmlns:a16="http://schemas.microsoft.com/office/drawing/2014/main" id="{8DFD34E8-36CC-4FFE-926B-C170208F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4763196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’image 21">
            <a:extLst>
              <a:ext uri="{FF2B5EF4-FFF2-40B4-BE49-F238E27FC236}">
                <a16:creationId xmlns:a16="http://schemas.microsoft.com/office/drawing/2014/main" id="{C57825D7-DD33-4B70-BBBE-D46E7A535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768485"/>
            <a:ext cx="5305662" cy="5305662"/>
          </a:xfrm>
          <a:custGeom>
            <a:avLst/>
            <a:gdLst>
              <a:gd name="connsiteX0" fmla="*/ 2652831 w 5305662"/>
              <a:gd name="connsiteY0" fmla="*/ 0 h 5305662"/>
              <a:gd name="connsiteX1" fmla="*/ 5305662 w 5305662"/>
              <a:gd name="connsiteY1" fmla="*/ 2652831 h 5305662"/>
              <a:gd name="connsiteX2" fmla="*/ 2652831 w 5305662"/>
              <a:gd name="connsiteY2" fmla="*/ 5305662 h 5305662"/>
              <a:gd name="connsiteX3" fmla="*/ 0 w 5305662"/>
              <a:gd name="connsiteY3" fmla="*/ 2652831 h 5305662"/>
              <a:gd name="connsiteX4" fmla="*/ 2652831 w 5305662"/>
              <a:gd name="connsiteY4" fmla="*/ 0 h 530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5662" h="5305662">
                <a:moveTo>
                  <a:pt x="2652831" y="0"/>
                </a:moveTo>
                <a:cubicBezTo>
                  <a:pt x="4117949" y="0"/>
                  <a:pt x="5305662" y="1187713"/>
                  <a:pt x="5305662" y="2652831"/>
                </a:cubicBezTo>
                <a:cubicBezTo>
                  <a:pt x="5305662" y="4117949"/>
                  <a:pt x="4117949" y="5305662"/>
                  <a:pt x="2652831" y="5305662"/>
                </a:cubicBezTo>
                <a:cubicBezTo>
                  <a:pt x="1187713" y="5305662"/>
                  <a:pt x="0" y="4117949"/>
                  <a:pt x="0" y="2652831"/>
                </a:cubicBezTo>
                <a:cubicBezTo>
                  <a:pt x="0" y="1187713"/>
                  <a:pt x="1187713" y="0"/>
                  <a:pt x="265283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 flipH="1">
            <a:off x="5400786" y="-2003509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orme libre 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16" name="Forme libre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</p:grpSp>
      <p:sp>
        <p:nvSpPr>
          <p:cNvPr id="19" name="Titre 1">
            <a:extLst>
              <a:ext uri="{FF2B5EF4-FFF2-40B4-BE49-F238E27FC236}">
                <a16:creationId xmlns:a16="http://schemas.microsoft.com/office/drawing/2014/main" id="{19A1397F-1946-4CBE-9EC5-159C3CBC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20" name="Espace réservé du texte 3">
            <a:extLst>
              <a:ext uri="{FF2B5EF4-FFF2-40B4-BE49-F238E27FC236}">
                <a16:creationId xmlns:a16="http://schemas.microsoft.com/office/drawing/2014/main" id="{C535F2AB-153E-44A9-97BE-00553BEC1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7689704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e 18">
            <a:extLst>
              <a:ext uri="{FF2B5EF4-FFF2-40B4-BE49-F238E27FC236}">
                <a16:creationId xmlns:a16="http://schemas.microsoft.com/office/drawing/2014/main" id="{9F866E5C-B8AA-4805-B232-831BA01AAF1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0" name="Forme libre 5">
              <a:extLst>
                <a:ext uri="{FF2B5EF4-FFF2-40B4-BE49-F238E27FC236}">
                  <a16:creationId xmlns:a16="http://schemas.microsoft.com/office/drawing/2014/main" id="{F98614F0-2DA3-4F29-8CB3-D61424AC8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22" name="Forme libre 6">
              <a:extLst>
                <a:ext uri="{FF2B5EF4-FFF2-40B4-BE49-F238E27FC236}">
                  <a16:creationId xmlns:a16="http://schemas.microsoft.com/office/drawing/2014/main" id="{66D52F08-13EC-4AB4-BB79-89A5395A0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  <p:sp>
          <p:nvSpPr>
            <p:cNvPr id="23" name="Forme libre 7">
              <a:extLst>
                <a:ext uri="{FF2B5EF4-FFF2-40B4-BE49-F238E27FC236}">
                  <a16:creationId xmlns:a16="http://schemas.microsoft.com/office/drawing/2014/main" id="{2544236D-8C3A-41EF-9A68-C84A8A7D0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fr-FR" noProof="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>
              <a:solidFill>
                <a:schemeClr val="bg1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Ovale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 rtlCol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9009D5C6-6206-4291-8037-67DC025F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17" name="Espace réservé du texte 3">
            <a:extLst>
              <a:ext uri="{FF2B5EF4-FFF2-40B4-BE49-F238E27FC236}">
                <a16:creationId xmlns:a16="http://schemas.microsoft.com/office/drawing/2014/main" id="{BEB643FD-AA85-4A43-8EBD-AFD10DD98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9001F313-F798-43BE-AFF0-A68C84C3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1464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 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fr-FR" noProof="0" dirty="0"/>
              <a:t>22/3/2019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EC71654-96A5-4280-94F3-931C61A9F92C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61" r:id="rId5"/>
    <p:sldLayoutId id="2147483662" r:id="rId6"/>
    <p:sldLayoutId id="2147483663" r:id="rId7"/>
    <p:sldLayoutId id="2147483654" r:id="rId8"/>
    <p:sldLayoutId id="2147483675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1" r:id="rId16"/>
    <p:sldLayoutId id="2147483672" r:id="rId17"/>
    <p:sldLayoutId id="2147483674" r:id="rId18"/>
    <p:sldLayoutId id="2147483673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pixabay.com/fr/dipl%C3%B4m%C3%A9-remise-des-dipl%C3%B4mes-l-%C3%A9cole-150374/" TargetMode="External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www.pexels.com/fr-fr/photo/ingenieur-femme-prenant-des-notes-3862153/" TargetMode="External"/><Relationship Id="rId11" Type="http://schemas.openxmlformats.org/officeDocument/2006/relationships/image" Target="../media/image11.png"/><Relationship Id="rId5" Type="http://schemas.openxmlformats.org/officeDocument/2006/relationships/image" Target="../media/image28.jpeg"/><Relationship Id="rId10" Type="http://schemas.openxmlformats.org/officeDocument/2006/relationships/hyperlink" Target="https://pixnio.com/fr/objets/computer/affaires-femme-daffaires-ordinateur-portable-travail-bureau" TargetMode="External"/><Relationship Id="rId4" Type="http://schemas.openxmlformats.org/officeDocument/2006/relationships/image" Target="../media/image27.svg"/><Relationship Id="rId9" Type="http://schemas.openxmlformats.org/officeDocument/2006/relationships/image" Target="../media/image3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 descr="Une image contenant Police, Graphique, capture d’écran, texte">
            <a:extLst>
              <a:ext uri="{FF2B5EF4-FFF2-40B4-BE49-F238E27FC236}">
                <a16:creationId xmlns:a16="http://schemas.microsoft.com/office/drawing/2014/main" id="{85F7DA85-CDA6-2740-4B3E-DAE3B67AD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321" y="874113"/>
            <a:ext cx="2622417" cy="123815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98EF7BD-FE81-4B20-8DC5-0B3EB736F9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fr-FR" dirty="0"/>
              <a:t>Projet personnel pressionnel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AFF0EFE-C50F-44EB-8978-B97795477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552428" cy="503167"/>
          </a:xfrm>
        </p:spPr>
        <p:txBody>
          <a:bodyPr rtlCol="0"/>
          <a:lstStyle/>
          <a:p>
            <a:pPr rtl="0"/>
            <a:r>
              <a:rPr lang="fr-FR" b="1" dirty="0"/>
              <a:t>Métier Visé :</a:t>
            </a:r>
            <a:r>
              <a:rPr lang="fr-FR" dirty="0"/>
              <a:t> Ingénieur Cybersécurité &amp; Systèmes</a:t>
            </a:r>
          </a:p>
        </p:txBody>
      </p:sp>
      <p:pic>
        <p:nvPicPr>
          <p:cNvPr id="7" name="Espace réservé pour une image  6">
            <a:extLst>
              <a:ext uri="{FF2B5EF4-FFF2-40B4-BE49-F238E27FC236}">
                <a16:creationId xmlns:a16="http://schemas.microsoft.com/office/drawing/2014/main" id="{BE3F9963-4488-ADE3-D2FC-AC933884CDE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3737989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AB08B8-3DB3-4637-AE23-B8DB96D9FC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fr-FR" dirty="0"/>
              <a:t>Mohamed Abe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198AA37-E298-4CD8-9F0F-2123ACFD96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fr-FR" dirty="0"/>
              <a:t>Étudiant 2ème année ENSEEIHT (Filière ASR)</a:t>
            </a:r>
          </a:p>
        </p:txBody>
      </p:sp>
      <p:pic>
        <p:nvPicPr>
          <p:cNvPr id="4" name="Espace réservé pour une image  6">
            <a:extLst>
              <a:ext uri="{FF2B5EF4-FFF2-40B4-BE49-F238E27FC236}">
                <a16:creationId xmlns:a16="http://schemas.microsoft.com/office/drawing/2014/main" id="{5E1F243C-2284-DA00-156C-ACE92DB780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0339" y="690148"/>
            <a:ext cx="5305661" cy="5305661"/>
          </a:xfrm>
          <a:prstGeom prst="ellipse">
            <a:avLst/>
          </a:prstGeom>
          <a:solidFill>
            <a:schemeClr val="bg2"/>
          </a:solidFill>
        </p:spPr>
      </p:pic>
      <p:pic>
        <p:nvPicPr>
          <p:cNvPr id="7" name="Image 6" descr="Une image contenant Police, Graphique, capture d’écran, texte">
            <a:extLst>
              <a:ext uri="{FF2B5EF4-FFF2-40B4-BE49-F238E27FC236}">
                <a16:creationId xmlns:a16="http://schemas.microsoft.com/office/drawing/2014/main" id="{30BB1319-DCC2-3A8D-5A77-2B594E6A5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0368" y="226043"/>
            <a:ext cx="2622417" cy="1238150"/>
          </a:xfrm>
          <a:prstGeom prst="rect">
            <a:avLst/>
          </a:prstGeom>
          <a:solidFill>
            <a:srgbClr val="B2606E"/>
          </a:solidFill>
        </p:spPr>
      </p:pic>
    </p:spTree>
    <p:extLst>
      <p:ext uri="{BB962C8B-B14F-4D97-AF65-F5344CB8AC3E}">
        <p14:creationId xmlns:p14="http://schemas.microsoft.com/office/powerpoint/2010/main" val="3167172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64C2A7-EC84-4D8C-9CA2-F6AE46F51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Passé &amp; Fondations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texte 2">
                <a:extLst>
                  <a:ext uri="{FF2B5EF4-FFF2-40B4-BE49-F238E27FC236}">
                    <a16:creationId xmlns:a16="http://schemas.microsoft.com/office/drawing/2014/main" id="{56960426-AAA6-4126-93AF-30F7DEE010A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 rtlCol="0"/>
              <a:lstStyle/>
              <a:p>
                <a:pPr marL="285750" indent="-285750" rtl="0">
                  <a:buFont typeface="Arial" panose="020B0604020202020204" pitchFamily="34" charset="0"/>
                  <a:buChar char="•"/>
                </a:pPr>
                <a:r>
                  <a:rPr lang="fr-FR" dirty="0"/>
                  <a:t>Bac S Mention Très Bien (Mauritanie)</a:t>
                </a:r>
              </a:p>
              <a:p>
                <a:pPr marL="285750" indent="-285750" rtl="0">
                  <a:buFont typeface="Arial" panose="020B0604020202020204" pitchFamily="34" charset="0"/>
                  <a:buChar char="•"/>
                </a:pPr>
                <a:r>
                  <a:rPr lang="fr-FR" dirty="0"/>
                  <a:t>Classes Prépas MP (IPGEI)</a:t>
                </a:r>
              </a:p>
              <a:p>
                <a:r>
                  <a:rPr lang="fr-FR" dirty="0"/>
                  <a:t>          </a:t>
                </a:r>
                <a:r>
                  <a:rPr kumimoji="0" lang="fr-FR" altLang="fr-FR" sz="1800" b="1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Bilan Carbone Mobilité :</a:t>
                </a:r>
                <a:r>
                  <a:rPr kumimoji="0" lang="fr-FR" altLang="fr-FR" sz="1800" b="0" i="0" u="none" strike="noStrike" cap="none" normalizeH="0" baseline="0" dirty="0">
                    <a:ln>
                      <a:noFill/>
                    </a:ln>
                    <a:effectLst/>
                  </a:rPr>
                  <a:t> 1,2 Tonnes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fr-FR" altLang="fr-FR" sz="1800" b="0" i="1" u="none" strike="noStrike" cap="none" normalizeH="0" baseline="0" smtClean="0">
                            <a:ln>
                              <a:noFill/>
                            </a:ln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fr-FR" altLang="fr-FR" sz="1800" b="0" i="1" u="none" strike="noStrike" cap="none" normalizeH="0" baseline="0" smtClean="0">
                            <a:ln>
                              <a:noFill/>
                            </a:ln>
                            <a:effectLst/>
                            <a:latin typeface="Cambria Math" panose="02040503050406030204" pitchFamily="18" charset="0"/>
                          </a:rPr>
                          <m:t>𝐶𝑂</m:t>
                        </m:r>
                      </m:e>
                      <m:sub>
                        <m:r>
                          <a:rPr kumimoji="0" lang="fr-FR" altLang="fr-FR" sz="1800" b="0" i="1" u="none" strike="noStrike" cap="none" normalizeH="0" baseline="0" smtClean="0">
                            <a:ln>
                              <a:noFill/>
                            </a:ln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fr-FR" altLang="fr-FR" sz="1800" b="0" i="0" u="none" strike="noStrike" cap="none" normalizeH="0" baseline="0" dirty="0">
                    <a:ln>
                      <a:noFill/>
                    </a:ln>
                    <a:effectLst/>
                  </a:rPr>
                  <a:t> (Vol Nouakchott - Toulouse) &lt; 6 T</a:t>
                </a:r>
                <a:endParaRPr kumimoji="0" lang="fr-FR" altLang="fr-FR" sz="1800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</a:endParaRPr>
              </a:p>
              <a:p>
                <a:pPr rtl="0"/>
                <a:endParaRPr lang="fr-FR" dirty="0"/>
              </a:p>
            </p:txBody>
          </p:sp>
        </mc:Choice>
        <mc:Fallback xmlns="">
          <p:sp>
            <p:nvSpPr>
              <p:cNvPr id="3" name="Espace réservé du texte 2">
                <a:extLst>
                  <a:ext uri="{FF2B5EF4-FFF2-40B4-BE49-F238E27FC236}">
                    <a16:creationId xmlns:a16="http://schemas.microsoft.com/office/drawing/2014/main" id="{56960426-AAA6-4126-93AF-30F7DEE010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t="-7143" b="-547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6E959E-B23F-467A-9B6E-30F9EE969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C71654-96A5-4280-94F3-931C61A9F92C}" type="slidenum">
              <a:rPr lang="fr-FR" smtClean="0"/>
              <a:pPr/>
              <a:t>3</a:t>
            </a:fld>
            <a:endParaRPr lang="fr-FR" dirty="0"/>
          </a:p>
        </p:txBody>
      </p:sp>
      <p:pic>
        <p:nvPicPr>
          <p:cNvPr id="11" name="Espace réservé d’image 10">
            <a:extLst>
              <a:ext uri="{FF2B5EF4-FFF2-40B4-BE49-F238E27FC236}">
                <a16:creationId xmlns:a16="http://schemas.microsoft.com/office/drawing/2014/main" id="{9D82A855-CCB0-4075-B5EE-5CC6FD176D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/>
          <a:srcRect/>
          <a:stretch/>
        </p:blipFill>
        <p:spPr/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3AF34B3-1313-A5C5-8E07-7CC9C2CAF247}"/>
              </a:ext>
            </a:extLst>
          </p:cNvPr>
          <p:cNvSpPr/>
          <p:nvPr/>
        </p:nvSpPr>
        <p:spPr>
          <a:xfrm>
            <a:off x="258793" y="6119308"/>
            <a:ext cx="1466490" cy="672861"/>
          </a:xfrm>
          <a:prstGeom prst="rect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533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2A9C73-06ED-419B-81B5-491CBFC22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1" y="1825625"/>
            <a:ext cx="5249364" cy="4351338"/>
          </a:xfrm>
        </p:spPr>
        <p:txBody>
          <a:bodyPr rtlCol="0"/>
          <a:lstStyle/>
          <a:p>
            <a:r>
              <a:rPr lang="fr-FR" b="1" dirty="0"/>
              <a:t>Mention d'Honneur, Olympiade Internationale de Mathématiques</a:t>
            </a:r>
            <a:r>
              <a:rPr lang="fr-FR" dirty="0"/>
              <a:t> (Oslo, 2022) – </a:t>
            </a:r>
            <a:r>
              <a:rPr lang="fr-FR" i="1" dirty="0"/>
              <a:t>Compétition mondiale de haut niveau</a:t>
            </a:r>
          </a:p>
          <a:p>
            <a:r>
              <a:rPr lang="fr-FR" b="1" dirty="0"/>
              <a:t>Médaillé de Bronze, Olympiade Africaine de Mathématiques</a:t>
            </a:r>
            <a:r>
              <a:rPr lang="fr-FR" dirty="0"/>
              <a:t> (Maroc, 2022).</a:t>
            </a:r>
            <a:endParaRPr lang="fr-FR" i="1" dirty="0"/>
          </a:p>
          <a:p>
            <a:r>
              <a:rPr lang="fr-FR" b="1" dirty="0"/>
              <a:t>1ère Place, Olympiade Nationale de Mathématiques</a:t>
            </a:r>
            <a:r>
              <a:rPr lang="fr-FR" dirty="0"/>
              <a:t> (Mauritanie, 2022).</a:t>
            </a:r>
          </a:p>
          <a:p>
            <a:pPr marL="0" indent="0">
              <a:buNone/>
            </a:pPr>
            <a:endParaRPr lang="fr-FR" sz="18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5C6BAC-F3F8-4AA0-B332-02F663571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C71654-96A5-4280-94F3-931C61A9F92C}" type="slidenum">
              <a:rPr lang="fr-FR" smtClean="0"/>
              <a:pPr/>
              <a:t>4</a:t>
            </a:fld>
            <a:endParaRPr lang="fr-FR" dirty="0"/>
          </a:p>
        </p:txBody>
      </p:sp>
      <p:pic>
        <p:nvPicPr>
          <p:cNvPr id="7" name="Espace réservé d’image 6">
            <a:extLst>
              <a:ext uri="{FF2B5EF4-FFF2-40B4-BE49-F238E27FC236}">
                <a16:creationId xmlns:a16="http://schemas.microsoft.com/office/drawing/2014/main" id="{A241642C-CB49-4AA1-9EAD-3BCEA280B5B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8647186" y="138023"/>
            <a:ext cx="3303274" cy="3027285"/>
          </a:xfr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2C50832-0B36-43C5-98EC-4CD165D78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b="1" dirty="0"/>
              <a:t>Distinctions</a:t>
            </a:r>
            <a:endParaRPr lang="fr-FR" dirty="0"/>
          </a:p>
        </p:txBody>
      </p:sp>
      <p:pic>
        <p:nvPicPr>
          <p:cNvPr id="8" name="Image 7" descr="Une image contenant texte, Police, logo, graphisme&#10;&#10;Le contenu généré par l’IA peut être incorrect.">
            <a:extLst>
              <a:ext uri="{FF2B5EF4-FFF2-40B4-BE49-F238E27FC236}">
                <a16:creationId xmlns:a16="http://schemas.microsoft.com/office/drawing/2014/main" id="{4E31FA30-6297-0016-F33A-D0B63CBF0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436" y="2770951"/>
            <a:ext cx="2857500" cy="2857500"/>
          </a:xfrm>
          <a:prstGeom prst="rect">
            <a:avLst/>
          </a:prstGeom>
        </p:spPr>
      </p:pic>
      <p:pic>
        <p:nvPicPr>
          <p:cNvPr id="11" name="Image 10" descr="Une image contenant Police, Graphique, capture d’écran, texte">
            <a:extLst>
              <a:ext uri="{FF2B5EF4-FFF2-40B4-BE49-F238E27FC236}">
                <a16:creationId xmlns:a16="http://schemas.microsoft.com/office/drawing/2014/main" id="{EC20752C-B64F-5B64-21C2-20BFE63727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164" y="5909479"/>
            <a:ext cx="1901660" cy="897851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33561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3A9A18-93E0-4615-B7AA-B8C8FBB14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5988379" cy="1325563"/>
          </a:xfrm>
        </p:spPr>
        <p:txBody>
          <a:bodyPr rtlCol="0"/>
          <a:lstStyle/>
          <a:p>
            <a:pPr rtl="0"/>
            <a:r>
              <a:rPr lang="fr-FR" dirty="0"/>
              <a:t>Mon Projet Professionnel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DDBFEE-BC50-46CF-AB8F-D145B99B5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C71654-96A5-4280-94F3-931C61A9F92C}" type="slidenum">
              <a:rPr lang="fr-FR" smtClean="0"/>
              <a:pPr/>
              <a:t>5</a:t>
            </a:fld>
            <a:endParaRPr lang="fr-FR" dirty="0"/>
          </a:p>
        </p:txBody>
      </p:sp>
      <p:pic>
        <p:nvPicPr>
          <p:cNvPr id="7" name="Espace réservé d’image 6">
            <a:extLst>
              <a:ext uri="{FF2B5EF4-FFF2-40B4-BE49-F238E27FC236}">
                <a16:creationId xmlns:a16="http://schemas.microsoft.com/office/drawing/2014/main" id="{29305ED8-D39E-4A20-A7CB-7EC58B3E325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pic>
        <p:nvPicPr>
          <p:cNvPr id="5" name="Image 4" descr="Une image contenant Police, Graphique, capture d’écran, texte">
            <a:extLst>
              <a:ext uri="{FF2B5EF4-FFF2-40B4-BE49-F238E27FC236}">
                <a16:creationId xmlns:a16="http://schemas.microsoft.com/office/drawing/2014/main" id="{1CD107E7-4050-628F-0C80-B74BC584A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64" y="5909479"/>
            <a:ext cx="1901660" cy="897851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3874A61D-DE1A-3928-955F-9492BC4899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5938" y="1768310"/>
            <a:ext cx="4256537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Cibles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Ingénieur Sécurité Cloud, Ingénieur DevOps, ou Architecte Système.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Secteurs visés :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Cybersécurité, Système d’exploitation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Intérêt pour le fonctionnement bas niveau (Linux, Noyau) combiné à la protection des données.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Parcours 3A : TLS – SEC / </a:t>
            </a:r>
            <a:r>
              <a:rPr lang="fr-FR" sz="2000" b="1" i="0" dirty="0">
                <a:effectLst/>
                <a:latin typeface="-apple-system"/>
              </a:rPr>
              <a:t>IBDIOT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730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 descr="Une image contenant Police, Graphique, capture d’écran, texte">
            <a:extLst>
              <a:ext uri="{FF2B5EF4-FFF2-40B4-BE49-F238E27FC236}">
                <a16:creationId xmlns:a16="http://schemas.microsoft.com/office/drawing/2014/main" id="{EC3D4443-A382-90BF-353E-372092E5A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64" y="6006813"/>
            <a:ext cx="1901660" cy="897851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1BB985D-7833-4E74-AA1C-E9A4BC3CC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Analyse du Marché &amp; Compétences</a:t>
            </a:r>
          </a:p>
        </p:txBody>
      </p:sp>
      <p:pic>
        <p:nvPicPr>
          <p:cNvPr id="9" name="Espace réservé du contenu 8" descr="Une image contenant symbole, Graphique, logo, Police&#10;&#10;Le contenu généré par l’IA peut être incorrect.">
            <a:extLst>
              <a:ext uri="{FF2B5EF4-FFF2-40B4-BE49-F238E27FC236}">
                <a16:creationId xmlns:a16="http://schemas.microsoft.com/office/drawing/2014/main" id="{6EA349B2-03B8-0C25-113C-68DA2ECEEE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818632" y="1808350"/>
            <a:ext cx="865818" cy="865818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5E3677-5FC4-4712-BA70-5DBE5745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C71654-96A5-4280-94F3-931C61A9F92C}" type="slidenum">
              <a:rPr lang="fr-FR" smtClean="0"/>
              <a:pPr/>
              <a:t>6</a:t>
            </a:fld>
            <a:endParaRPr lang="fr-FR" dirty="0"/>
          </a:p>
        </p:txBody>
      </p:sp>
      <p:pic>
        <p:nvPicPr>
          <p:cNvPr id="22" name="Espace réservé d’image 21">
            <a:extLst>
              <a:ext uri="{FF2B5EF4-FFF2-40B4-BE49-F238E27FC236}">
                <a16:creationId xmlns:a16="http://schemas.microsoft.com/office/drawing/2014/main" id="{900B31E0-725B-4414-BD86-F34DA104673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/>
          <a:srcRect/>
          <a:stretch/>
        </p:blipFill>
        <p:spPr/>
      </p:pic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CD639B0-7991-4B2B-9E50-32064EB9125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rtlCol="0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b="1" i="0" dirty="0" err="1">
                <a:solidFill>
                  <a:srgbClr val="09193B"/>
                </a:solidFill>
                <a:effectLst/>
                <a:latin typeface="Lexend"/>
              </a:rPr>
              <a:t>Yassair</a:t>
            </a:r>
            <a:r>
              <a:rPr lang="fr-FR" sz="1600" b="1" i="0" dirty="0">
                <a:solidFill>
                  <a:srgbClr val="09193B"/>
                </a:solidFill>
                <a:effectLst/>
                <a:latin typeface="Lexend"/>
              </a:rPr>
              <a:t> Abdel Talla </a:t>
            </a:r>
            <a:r>
              <a:rPr lang="fr-FR" sz="1600" b="1" i="0" dirty="0" err="1">
                <a:solidFill>
                  <a:srgbClr val="09193B"/>
                </a:solidFill>
                <a:effectLst/>
                <a:latin typeface="Lexend"/>
              </a:rPr>
              <a:t>Fopa</a:t>
            </a:r>
            <a:endParaRPr lang="fr-FR" sz="1600" b="1" i="0" dirty="0">
              <a:solidFill>
                <a:srgbClr val="09193B"/>
              </a:solidFill>
              <a:effectLst/>
              <a:latin typeface="Lexend"/>
            </a:endParaRPr>
          </a:p>
          <a:p>
            <a:pPr algn="l"/>
            <a:r>
              <a:rPr lang="fr-FR" sz="1600" b="0" i="0" dirty="0">
                <a:solidFill>
                  <a:srgbClr val="09193B"/>
                </a:solidFill>
                <a:effectLst/>
                <a:latin typeface="Lexend"/>
              </a:rPr>
              <a:t>       Ingénieur Réseau et Cybersécurité</a:t>
            </a:r>
          </a:p>
          <a:p>
            <a:pPr algn="l"/>
            <a:r>
              <a:rPr lang="fr-FR" dirty="0">
                <a:solidFill>
                  <a:srgbClr val="09193B"/>
                </a:solidFill>
                <a:latin typeface="Lexend"/>
              </a:rPr>
              <a:t>       </a:t>
            </a:r>
            <a:r>
              <a:rPr lang="fr-FR" sz="1600" b="0" i="0" dirty="0">
                <a:solidFill>
                  <a:srgbClr val="09193B"/>
                </a:solidFill>
                <a:effectLst/>
                <a:latin typeface="Lexend"/>
              </a:rPr>
              <a:t>CGI</a:t>
            </a:r>
          </a:p>
          <a:p>
            <a:pPr algn="l"/>
            <a:endParaRPr lang="fr-FR" dirty="0">
              <a:solidFill>
                <a:srgbClr val="09193B"/>
              </a:solidFill>
              <a:latin typeface="Lexend"/>
            </a:endParaRP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2E37A9B0-8DFC-4474-9F0A-612E661EF4EC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 rtlCol="0"/>
          <a:lstStyle/>
          <a:p>
            <a:pPr rtl="0"/>
            <a:r>
              <a:rPr lang="fr-FR" dirty="0" err="1"/>
              <a:t>Linkden</a:t>
            </a:r>
            <a:endParaRPr lang="fr-FR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D78F2DCC-A50E-40A1-81F9-70371D4AA42F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 rtlCol="0"/>
          <a:lstStyle/>
          <a:p>
            <a:pPr rtl="0"/>
            <a:r>
              <a:rPr lang="fr-FR" dirty="0" err="1"/>
              <a:t>myjobglasses</a:t>
            </a:r>
            <a:endParaRPr lang="fr-FR" dirty="0"/>
          </a:p>
        </p:txBody>
      </p:sp>
      <p:pic>
        <p:nvPicPr>
          <p:cNvPr id="83" name="Espace réservé d’image 82">
            <a:extLst>
              <a:ext uri="{FF2B5EF4-FFF2-40B4-BE49-F238E27FC236}">
                <a16:creationId xmlns:a16="http://schemas.microsoft.com/office/drawing/2014/main" id="{C881BE4E-5D69-E447-A036-5172F6570748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6"/>
          <a:srcRect/>
          <a:stretch/>
        </p:blipFill>
        <p:spPr>
          <a:xfrm>
            <a:off x="1507550" y="1805450"/>
            <a:ext cx="868718" cy="868718"/>
          </a:xfrm>
        </p:spPr>
      </p:pic>
      <p:sp>
        <p:nvSpPr>
          <p:cNvPr id="13" name="Espace réservé du contenu 5">
            <a:extLst>
              <a:ext uri="{FF2B5EF4-FFF2-40B4-BE49-F238E27FC236}">
                <a16:creationId xmlns:a16="http://schemas.microsoft.com/office/drawing/2014/main" id="{8FDB89B2-1240-BCD7-9001-4E0540881400}"/>
              </a:ext>
            </a:extLst>
          </p:cNvPr>
          <p:cNvSpPr txBox="1">
            <a:spLocks/>
          </p:cNvSpPr>
          <p:nvPr/>
        </p:nvSpPr>
        <p:spPr>
          <a:xfrm>
            <a:off x="328964" y="3207023"/>
            <a:ext cx="3445200" cy="25046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FR" dirty="0">
              <a:solidFill>
                <a:srgbClr val="09193B"/>
              </a:solidFill>
              <a:latin typeface="Lexend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5FC88A87-B812-EF26-4BFB-A19B472EA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471" y="3207023"/>
            <a:ext cx="3664693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Fondamentaux Critiques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Malgré l'essor du Cloud, la maîtrise experte de 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Linux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des mécanismes bas niveau (noyau, processus) reste le filtre technique n°1 pour les postes à haute valeur ajoutée.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Sécurité Transverse :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compétence en cybersécurité n'est plus une option de spécialiste, mais une exigence obligatoire intégrée aux fiches de poste des développeurs Backend et architectes système.</a:t>
            </a:r>
          </a:p>
        </p:txBody>
      </p:sp>
    </p:spTree>
    <p:extLst>
      <p:ext uri="{BB962C8B-B14F-4D97-AF65-F5344CB8AC3E}">
        <p14:creationId xmlns:p14="http://schemas.microsoft.com/office/powerpoint/2010/main" val="460269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63C2D9-0850-4620-BE32-11F44A927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Engagement RSE &amp; Soft </a:t>
            </a:r>
            <a:r>
              <a:rPr lang="fr-FR" dirty="0" err="1"/>
              <a:t>Skills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015163-D5FD-4849-978B-77883FAF7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971" y="2989097"/>
            <a:ext cx="4074002" cy="2846648"/>
          </a:xfrm>
        </p:spPr>
        <p:txBody>
          <a:bodyPr rtlCol="0"/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fr-FR" b="1" dirty="0"/>
              <a:t>Résolution de problèmes complexes &amp; Logique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fr-FR" b="1" dirty="0"/>
              <a:t>Programmation Système &amp; Linux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fr-FR" b="1" dirty="0"/>
              <a:t>Développement </a:t>
            </a:r>
            <a:r>
              <a:rPr lang="fr-FR" b="1" dirty="0" err="1"/>
              <a:t>Fullstack</a:t>
            </a:r>
            <a:r>
              <a:rPr lang="fr-FR" b="1" dirty="0"/>
              <a:t> &amp; Architecture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fr-FR" b="1" dirty="0"/>
              <a:t>Algorithmique Avancée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fr-FR" b="1" dirty="0"/>
              <a:t>Travail d'équipe &amp; Collaboration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fr-FR" b="1" dirty="0"/>
              <a:t>Adaptabilité &amp; Résilience</a:t>
            </a:r>
            <a:endParaRPr lang="fr-FR" sz="1600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1C0347-C2C9-46A2-B7A6-9653B525F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C71654-96A5-4280-94F3-931C61A9F92C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93A6F33C-3AFE-474E-AC15-C00F368C3C6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 rtlCol="0"/>
          <a:lstStyle/>
          <a:p>
            <a:pPr rtl="0"/>
            <a:r>
              <a:rPr lang="fr-FR" dirty="0"/>
              <a:t>Soft </a:t>
            </a:r>
            <a:r>
              <a:rPr lang="fr-FR" dirty="0" err="1"/>
              <a:t>Skills</a:t>
            </a:r>
            <a:endParaRPr lang="fr-FR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C8438480-8B6F-44E5-A602-6240C1B85FB3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7289694" y="1743077"/>
            <a:ext cx="4074002" cy="2834508"/>
          </a:xfrm>
        </p:spPr>
        <p:txBody>
          <a:bodyPr rtlCol="0"/>
          <a:lstStyle/>
          <a:p>
            <a:pPr rtl="0"/>
            <a:r>
              <a:rPr lang="fr-FR" dirty="0"/>
              <a:t>Bénévole tuteur en sciences (SVC Toulouse)</a:t>
            </a:r>
          </a:p>
          <a:p>
            <a:pPr algn="ctr" rtl="0"/>
            <a:r>
              <a:rPr lang="fr-FR" b="1" dirty="0"/>
              <a:t>Pédagogie &amp; Communication</a:t>
            </a:r>
            <a:endParaRPr lang="fr-FR" sz="1600" b="1" dirty="0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A1EE8A19-6968-4C81-B180-20FEF61ADEE1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 rtlCol="0"/>
          <a:lstStyle/>
          <a:p>
            <a:pPr rtl="0"/>
            <a:r>
              <a:rPr lang="fr-FR" dirty="0"/>
              <a:t>Engagement</a:t>
            </a:r>
          </a:p>
        </p:txBody>
      </p:sp>
      <p:pic>
        <p:nvPicPr>
          <p:cNvPr id="29" name="Espace réservé d’image 28" descr="Cerveau dans une tête avec un remplissage uni">
            <a:extLst>
              <a:ext uri="{FF2B5EF4-FFF2-40B4-BE49-F238E27FC236}">
                <a16:creationId xmlns:a16="http://schemas.microsoft.com/office/drawing/2014/main" id="{F0E35123-11A3-CD40-A44F-8A81B9105639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/>
      </p:pic>
      <p:pic>
        <p:nvPicPr>
          <p:cNvPr id="31" name="Espace réservé d’image 30" descr="Globe terrestre : Europe et Afrique avec un remplissage uni">
            <a:extLst>
              <a:ext uri="{FF2B5EF4-FFF2-40B4-BE49-F238E27FC236}">
                <a16:creationId xmlns:a16="http://schemas.microsoft.com/office/drawing/2014/main" id="{6BF407E9-98AE-2B40-90E3-1B14FC14FDB8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/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DAE5E92-E350-52FA-4DD9-9F260D6E9DE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43" r="1" b="19968"/>
          <a:stretch/>
        </p:blipFill>
        <p:spPr>
          <a:xfrm>
            <a:off x="6298781" y="2058605"/>
            <a:ext cx="5843159" cy="1860985"/>
          </a:xfrm>
          <a:prstGeom prst="rect">
            <a:avLst/>
          </a:prstGeom>
        </p:spPr>
      </p:pic>
      <p:pic>
        <p:nvPicPr>
          <p:cNvPr id="10" name="Image 9" descr="Une image contenant Police, Graphique, capture d’écran, texte">
            <a:extLst>
              <a:ext uri="{FF2B5EF4-FFF2-40B4-BE49-F238E27FC236}">
                <a16:creationId xmlns:a16="http://schemas.microsoft.com/office/drawing/2014/main" id="{509D1AC0-1462-DE94-BEDC-4953ADF4D3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964" y="6006813"/>
            <a:ext cx="1901660" cy="897851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69403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BFCA16-8D78-4A87-9023-708458E3A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Roadmap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10F7B49-6C9D-4DBF-AD20-9D4CFAB1C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EC71654-96A5-4280-94F3-931C61A9F92C}" type="slidenum">
              <a:rPr lang="fr-FR" smtClean="0"/>
              <a:pPr rtl="0"/>
              <a:t>8</a:t>
            </a:fld>
            <a:endParaRPr lang="fr-FR" dirty="0"/>
          </a:p>
        </p:txBody>
      </p:sp>
      <p:pic>
        <p:nvPicPr>
          <p:cNvPr id="17" name="Espace réservé d’image 16" descr="Livre ouvert avec un remplissage uni">
            <a:extLst>
              <a:ext uri="{FF2B5EF4-FFF2-40B4-BE49-F238E27FC236}">
                <a16:creationId xmlns:a16="http://schemas.microsoft.com/office/drawing/2014/main" id="{CBB1FBB7-8048-6F41-A39C-61BDC2D38BF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/>
      </p:pic>
      <p:pic>
        <p:nvPicPr>
          <p:cNvPr id="19" name="Espace réservé d’image 18">
            <a:extLst>
              <a:ext uri="{FF2B5EF4-FFF2-40B4-BE49-F238E27FC236}">
                <a16:creationId xmlns:a16="http://schemas.microsoft.com/office/drawing/2014/main" id="{9F61DE0B-ECF7-B74B-80E5-B602A86B8F8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/>
        </p:blipFill>
        <p:spPr/>
      </p:pic>
      <p:pic>
        <p:nvPicPr>
          <p:cNvPr id="21" name="Espace réservé d’image 20">
            <a:extLst>
              <a:ext uri="{FF2B5EF4-FFF2-40B4-BE49-F238E27FC236}">
                <a16:creationId xmlns:a16="http://schemas.microsoft.com/office/drawing/2014/main" id="{007C99FF-D296-8544-B04B-EA1DBB45780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rcRect/>
          <a:stretch/>
        </p:blipFill>
        <p:spPr/>
      </p:pic>
      <p:pic>
        <p:nvPicPr>
          <p:cNvPr id="23" name="Espace réservé d’image 22">
            <a:extLst>
              <a:ext uri="{FF2B5EF4-FFF2-40B4-BE49-F238E27FC236}">
                <a16:creationId xmlns:a16="http://schemas.microsoft.com/office/drawing/2014/main" id="{A164AE4A-BFE4-F247-8542-C612BD5BFAB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rcRect/>
          <a:stretch/>
        </p:blipFill>
        <p:spPr/>
      </p:pic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5935AC4D-C17D-4827-B693-43A34920A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fr-FR" dirty="0"/>
              <a:t>Projets académiques + Recherche de stage.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D66C6D21-6780-4D8A-9B6F-582E0BD2DC2E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 rtlCol="0"/>
          <a:lstStyle/>
          <a:p>
            <a:pPr rtl="0"/>
            <a:r>
              <a:rPr lang="fr-FR" b="1" dirty="0"/>
              <a:t>Janvier - Mai 2025 </a:t>
            </a:r>
            <a:endParaRPr lang="fr-FR" dirty="0"/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CCF1405A-05DA-4553-A7B3-B9592963C6B1}"/>
              </a:ext>
            </a:extLst>
          </p:cNvPr>
          <p:cNvSpPr>
            <a:spLocks noGrp="1"/>
          </p:cNvSpPr>
          <p:nvPr>
            <p:ph idx="18"/>
          </p:nvPr>
        </p:nvSpPr>
        <p:spPr/>
        <p:txBody>
          <a:bodyPr rtlCol="0"/>
          <a:lstStyle/>
          <a:p>
            <a:pPr rtl="0"/>
            <a:r>
              <a:rPr lang="fr-FR" dirty="0"/>
              <a:t>Stage Assistant Ingénieur (2 à 4 mois) - Cible : Cybersécurité/Systèmes.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90DE57B2-448D-4C8D-8B9C-FFDDFB0A9208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 rtlCol="0"/>
          <a:lstStyle/>
          <a:p>
            <a:pPr rtl="0"/>
            <a:r>
              <a:rPr lang="fr-FR" dirty="0"/>
              <a:t>Été 2025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780C3E07-3509-4911-AFF9-20EA8F12D0A4}"/>
              </a:ext>
            </a:extLst>
          </p:cNvPr>
          <p:cNvSpPr>
            <a:spLocks noGrp="1"/>
          </p:cNvSpPr>
          <p:nvPr>
            <p:ph idx="20"/>
          </p:nvPr>
        </p:nvSpPr>
        <p:spPr/>
        <p:txBody>
          <a:bodyPr rtlCol="0"/>
          <a:lstStyle/>
          <a:p>
            <a:pPr rtl="0"/>
            <a:r>
              <a:rPr lang="fr-FR" dirty="0"/>
              <a:t>3ème année + Stage de fin d'études en infrastructure cloud ou </a:t>
            </a:r>
            <a:r>
              <a:rPr lang="fr-FR" dirty="0" err="1"/>
              <a:t>Cybersécurite</a:t>
            </a:r>
            <a:endParaRPr lang="fr-FR" dirty="0"/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FB9E2175-1C3C-4B3E-A872-A1B7E6D64D52}"/>
              </a:ext>
            </a:extLst>
          </p:cNvPr>
          <p:cNvSpPr>
            <a:spLocks noGrp="1"/>
          </p:cNvSpPr>
          <p:nvPr>
            <p:ph idx="21"/>
          </p:nvPr>
        </p:nvSpPr>
        <p:spPr/>
        <p:txBody>
          <a:bodyPr rtlCol="0"/>
          <a:lstStyle/>
          <a:p>
            <a:pPr rtl="0"/>
            <a:r>
              <a:rPr lang="fr-FR" dirty="0"/>
              <a:t>2025-2026</a:t>
            </a:r>
          </a:p>
        </p:txBody>
      </p:sp>
      <p:sp>
        <p:nvSpPr>
          <p:cNvPr id="14" name="Espace réservé du contenu 13">
            <a:extLst>
              <a:ext uri="{FF2B5EF4-FFF2-40B4-BE49-F238E27FC236}">
                <a16:creationId xmlns:a16="http://schemas.microsoft.com/office/drawing/2014/main" id="{4EAA9254-229F-4C3E-B078-B8912E5BBE98}"/>
              </a:ext>
            </a:extLst>
          </p:cNvPr>
          <p:cNvSpPr>
            <a:spLocks noGrp="1"/>
          </p:cNvSpPr>
          <p:nvPr>
            <p:ph idx="22"/>
          </p:nvPr>
        </p:nvSpPr>
        <p:spPr/>
        <p:txBody>
          <a:bodyPr rtlCol="0"/>
          <a:lstStyle/>
          <a:p>
            <a:pPr rtl="0"/>
            <a:r>
              <a:rPr lang="fr-FR" dirty="0"/>
              <a:t>Ingénieur en  infrastructure cloud ou </a:t>
            </a:r>
            <a:r>
              <a:rPr lang="fr-FR" dirty="0" err="1"/>
              <a:t>Cybersécurite</a:t>
            </a:r>
            <a:endParaRPr lang="fr-FR" dirty="0"/>
          </a:p>
        </p:txBody>
      </p:sp>
      <p:sp>
        <p:nvSpPr>
          <p:cNvPr id="15" name="Espace réservé du contenu 14">
            <a:extLst>
              <a:ext uri="{FF2B5EF4-FFF2-40B4-BE49-F238E27FC236}">
                <a16:creationId xmlns:a16="http://schemas.microsoft.com/office/drawing/2014/main" id="{471C9CF1-70B0-46DB-869F-6DC53668898D}"/>
              </a:ext>
            </a:extLst>
          </p:cNvPr>
          <p:cNvSpPr>
            <a:spLocks noGrp="1"/>
          </p:cNvSpPr>
          <p:nvPr>
            <p:ph idx="23"/>
          </p:nvPr>
        </p:nvSpPr>
        <p:spPr/>
        <p:txBody>
          <a:bodyPr rtlCol="0"/>
          <a:lstStyle/>
          <a:p>
            <a:pPr rtl="0"/>
            <a:r>
              <a:rPr lang="fr-FR" dirty="0"/>
              <a:t>Après 2027</a:t>
            </a:r>
          </a:p>
        </p:txBody>
      </p:sp>
      <p:pic>
        <p:nvPicPr>
          <p:cNvPr id="4" name="Image 3" descr="Une image contenant Police, Graphique, capture d’écran, texte">
            <a:extLst>
              <a:ext uri="{FF2B5EF4-FFF2-40B4-BE49-F238E27FC236}">
                <a16:creationId xmlns:a16="http://schemas.microsoft.com/office/drawing/2014/main" id="{978FE99F-7258-51C0-55FB-D8939C0D856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8964" y="6006813"/>
            <a:ext cx="1901660" cy="897851"/>
          </a:xfrm>
          <a:prstGeom prst="rect">
            <a:avLst/>
          </a:prstGeom>
          <a:solidFill>
            <a:srgbClr val="FFFFFF"/>
          </a:solidFill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EF7E17ED-EB25-8D0B-8FFB-F98C49359B72}"/>
              </a:ext>
            </a:extLst>
          </p:cNvPr>
          <p:cNvCxnSpPr>
            <a:stCxn id="17" idx="6"/>
            <a:endCxn id="19" idx="2"/>
          </p:cNvCxnSpPr>
          <p:nvPr/>
        </p:nvCxnSpPr>
        <p:spPr>
          <a:xfrm>
            <a:off x="2533975" y="2563704"/>
            <a:ext cx="1423062" cy="0"/>
          </a:xfrm>
          <a:prstGeom prst="straightConnector1">
            <a:avLst/>
          </a:prstGeom>
          <a:ln w="38100">
            <a:solidFill>
              <a:schemeClr val="accent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C8370C0D-D83A-DE6E-71A7-0470083FDC34}"/>
              </a:ext>
            </a:extLst>
          </p:cNvPr>
          <p:cNvCxnSpPr>
            <a:cxnSpLocks/>
            <a:stCxn id="19" idx="6"/>
            <a:endCxn id="21" idx="2"/>
          </p:cNvCxnSpPr>
          <p:nvPr/>
        </p:nvCxnSpPr>
        <p:spPr>
          <a:xfrm>
            <a:off x="5387374" y="2563704"/>
            <a:ext cx="1408399" cy="0"/>
          </a:xfrm>
          <a:prstGeom prst="straightConnector1">
            <a:avLst/>
          </a:prstGeom>
          <a:ln w="38100">
            <a:solidFill>
              <a:schemeClr val="accent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172893E2-E88D-E1D9-16A7-8B5216181562}"/>
              </a:ext>
            </a:extLst>
          </p:cNvPr>
          <p:cNvCxnSpPr>
            <a:cxnSpLocks/>
            <a:stCxn id="21" idx="6"/>
            <a:endCxn id="23" idx="2"/>
          </p:cNvCxnSpPr>
          <p:nvPr/>
        </p:nvCxnSpPr>
        <p:spPr>
          <a:xfrm>
            <a:off x="8226110" y="2563704"/>
            <a:ext cx="1422046" cy="0"/>
          </a:xfrm>
          <a:prstGeom prst="straightConnector1">
            <a:avLst/>
          </a:prstGeom>
          <a:ln w="38100">
            <a:solidFill>
              <a:schemeClr val="accent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634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532C5D74-7E71-4488-B3EF-73A86F046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Merci</a:t>
            </a:r>
          </a:p>
        </p:txBody>
      </p:sp>
      <p:pic>
        <p:nvPicPr>
          <p:cNvPr id="3" name="Image 2" descr="Une image contenant Police, Graphique, capture d’écran, texte">
            <a:extLst>
              <a:ext uri="{FF2B5EF4-FFF2-40B4-BE49-F238E27FC236}">
                <a16:creationId xmlns:a16="http://schemas.microsoft.com/office/drawing/2014/main" id="{4B491BCB-7180-5DB9-C57E-68B167B58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998" y="1711224"/>
            <a:ext cx="1901660" cy="897851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0D6F6DD0-E2DB-731C-F2E3-7D514BE8A1EA}"/>
              </a:ext>
            </a:extLst>
          </p:cNvPr>
          <p:cNvSpPr txBox="1"/>
          <p:nvPr/>
        </p:nvSpPr>
        <p:spPr>
          <a:xfrm>
            <a:off x="6968971" y="4474346"/>
            <a:ext cx="3426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mohamedabbe9611@gmail.com</a:t>
            </a:r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F91501E1-4EA1-44EB-AF62-6F74678A23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68971" y="4977124"/>
            <a:ext cx="5621727" cy="503238"/>
          </a:xfrm>
        </p:spPr>
        <p:txBody>
          <a:bodyPr rtlCol="0"/>
          <a:lstStyle/>
          <a:p>
            <a:pPr rtl="0"/>
            <a:r>
              <a:rPr lang="fr-FR" sz="1400" u="sng" dirty="0"/>
              <a:t>https://app.netlify.com/projects/mohamedabe/overview</a:t>
            </a:r>
          </a:p>
        </p:txBody>
      </p:sp>
      <p:pic>
        <p:nvPicPr>
          <p:cNvPr id="15" name="Image 14" descr="Une image contenant capture d’écran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CAAC4996-541F-2B71-13F0-C050B346D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1313" y="1374652"/>
            <a:ext cx="428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80249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ontoso v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55078"/>
      </a:accent1>
      <a:accent2>
        <a:srgbClr val="0F3955"/>
      </a:accent2>
      <a:accent3>
        <a:srgbClr val="BF678E"/>
      </a:accent3>
      <a:accent4>
        <a:srgbClr val="B2606E"/>
      </a:accent4>
      <a:accent5>
        <a:srgbClr val="731F1C"/>
      </a:accent5>
      <a:accent6>
        <a:srgbClr val="666666"/>
      </a:accent6>
      <a:hlink>
        <a:srgbClr val="BF678E"/>
      </a:hlink>
      <a:folHlink>
        <a:srgbClr val="731F1C"/>
      </a:folHlink>
    </a:clrScheme>
    <a:fontScheme name="Contoso v2">
      <a:majorFont>
        <a:latin typeface="Corbe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359_TF88997677" id="{5343892C-2BF2-421C-916F-89845306BC33}" vid="{DC3733B7-2018-46E0-B39A-0418AB3786A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0" ma:contentTypeDescription="Create a new document." ma:contentTypeScope="" ma:versionID="e39e7e9e36de66d473ce04bb4ab2dbb8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9dc5994665da46609c24125788630d8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4D11C4-B5F9-44C2-913E-1DC5DF7890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4D08007-B5F0-4B81-8CE1-43AFAA162CF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E7FCA88F-1E96-47BA-9B15-D836743B34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suite rose</Template>
  <TotalTime>207</TotalTime>
  <Words>366</Words>
  <Application>Microsoft Office PowerPoint</Application>
  <PresentationFormat>شاشة عريضة</PresentationFormat>
  <Paragraphs>66</Paragraphs>
  <Slides>9</Slides>
  <Notes>9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9</vt:i4>
      </vt:variant>
    </vt:vector>
  </HeadingPairs>
  <TitlesOfParts>
    <vt:vector size="10" baseType="lpstr">
      <vt:lpstr>Thème Office</vt:lpstr>
      <vt:lpstr>Projet personnel pressionnel</vt:lpstr>
      <vt:lpstr>Mohamed Abe</vt:lpstr>
      <vt:lpstr>Passé &amp; Fondations</vt:lpstr>
      <vt:lpstr>Distinctions</vt:lpstr>
      <vt:lpstr>Mon Projet Professionnel </vt:lpstr>
      <vt:lpstr>Analyse du Marché &amp; Compétences</vt:lpstr>
      <vt:lpstr>Engagement RSE &amp; Soft Skills</vt:lpstr>
      <vt:lpstr>Roadmap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med abe mohamed</dc:creator>
  <cp:lastModifiedBy>med abe mohamed</cp:lastModifiedBy>
  <cp:revision>2</cp:revision>
  <dcterms:created xsi:type="dcterms:W3CDTF">2025-12-29T14:36:49Z</dcterms:created>
  <dcterms:modified xsi:type="dcterms:W3CDTF">2025-12-29T20:17:27Z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